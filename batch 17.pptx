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67" r:id="rId1"/>
    <p:sldMasterId id="2147483873" r:id="rId2"/>
    <p:sldMasterId id="2147483885" r:id="rId3"/>
    <p:sldMasterId id="2147483951" r:id="rId4"/>
  </p:sldMasterIdLst>
  <p:sldIdLst>
    <p:sldId id="256" r:id="rId5"/>
    <p:sldId id="274" r:id="rId6"/>
    <p:sldId id="257" r:id="rId7"/>
    <p:sldId id="258" r:id="rId8"/>
    <p:sldId id="271" r:id="rId9"/>
    <p:sldId id="273" r:id="rId10"/>
    <p:sldId id="261" r:id="rId11"/>
    <p:sldId id="269" r:id="rId12"/>
    <p:sldId id="272" r:id="rId13"/>
    <p:sldId id="266"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C4DB52B-88E4-4A25-991A-FFBB3FFE678A}">
          <p14:sldIdLst>
            <p14:sldId id="256"/>
            <p14:sldId id="274"/>
            <p14:sldId id="257"/>
            <p14:sldId id="258"/>
            <p14:sldId id="271"/>
            <p14:sldId id="273"/>
            <p14:sldId id="261"/>
            <p14:sldId id="269"/>
            <p14:sldId id="272"/>
            <p14:sldId id="266"/>
            <p14:sldId id="270"/>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14" autoAdjust="0"/>
    <p:restoredTop sz="94648"/>
  </p:normalViewPr>
  <p:slideViewPr>
    <p:cSldViewPr snapToGrid="0" snapToObjects="1">
      <p:cViewPr varScale="1">
        <p:scale>
          <a:sx n="117" d="100"/>
          <a:sy n="117" d="100"/>
        </p:scale>
        <p:origin x="256" y="17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2416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16778"/>
            <a:ext cx="12192000" cy="1069514"/>
          </a:xfrm>
          <a:prstGeom prst="rect">
            <a:avLst/>
          </a:prstGeom>
        </p:spPr>
        <p:txBody>
          <a:bodyPr anchor="ctr"/>
          <a:lstStyle>
            <a:lvl1pPr>
              <a:defRPr b="1" baseline="0">
                <a:solidFill>
                  <a:schemeClr val="tx1">
                    <a:lumMod val="75000"/>
                    <a:lumOff val="25000"/>
                  </a:schemeClr>
                </a:solidFill>
                <a:latin typeface="Arial" pitchFamily="34" charset="0"/>
                <a:cs typeface="Arial" pitchFamily="34" charset="0"/>
              </a:defRPr>
            </a:lvl1pPr>
          </a:lstStyle>
          <a:p>
            <a:r>
              <a:rPr lang="en-US" altLang="ko-KR" dirty="0"/>
              <a:t> Click to add title</a:t>
            </a:r>
            <a:endParaRPr lang="ko-KR" altLang="en-US" dirty="0"/>
          </a:p>
        </p:txBody>
      </p:sp>
      <p:sp>
        <p:nvSpPr>
          <p:cNvPr id="3" name="Content Placeholder 2"/>
          <p:cNvSpPr>
            <a:spLocks noGrp="1"/>
          </p:cNvSpPr>
          <p:nvPr>
            <p:ph idx="1"/>
          </p:nvPr>
        </p:nvSpPr>
        <p:spPr>
          <a:xfrm>
            <a:off x="609600" y="1600201"/>
            <a:ext cx="10972800" cy="460648"/>
          </a:xfrm>
          <a:prstGeom prst="rect">
            <a:avLst/>
          </a:prstGeom>
        </p:spPr>
        <p:txBody>
          <a:bodyPr anchor="ctr"/>
          <a:lstStyle>
            <a:lvl1pPr marL="0" indent="0">
              <a:buNone/>
              <a:defRPr sz="2000">
                <a:solidFill>
                  <a:schemeClr val="tx1">
                    <a:lumMod val="75000"/>
                    <a:lumOff val="25000"/>
                  </a:schemeClr>
                </a:solidFill>
              </a:defRPr>
            </a:lvl1pPr>
          </a:lstStyle>
          <a:p>
            <a:pPr lvl="0"/>
            <a:r>
              <a:rPr lang="en-US" altLang="ko-KR"/>
              <a:t>Click to edit Master text styles</a:t>
            </a:r>
          </a:p>
        </p:txBody>
      </p:sp>
      <p:sp>
        <p:nvSpPr>
          <p:cNvPr id="4" name="Content Placeholder 2"/>
          <p:cNvSpPr>
            <a:spLocks noGrp="1"/>
          </p:cNvSpPr>
          <p:nvPr>
            <p:ph idx="10"/>
          </p:nvPr>
        </p:nvSpPr>
        <p:spPr>
          <a:xfrm>
            <a:off x="623392" y="2276872"/>
            <a:ext cx="10972800" cy="3600400"/>
          </a:xfrm>
          <a:prstGeom prst="rect">
            <a:avLst/>
          </a:prstGeom>
        </p:spPr>
        <p:txBody>
          <a:bodyPr lIns="396000" anchor="t"/>
          <a:lstStyle>
            <a:lvl1pPr marL="0" indent="0">
              <a:buNone/>
              <a:defRPr sz="1400">
                <a:solidFill>
                  <a:schemeClr val="tx1">
                    <a:lumMod val="75000"/>
                    <a:lumOff val="25000"/>
                  </a:schemeClr>
                </a:solidFill>
              </a:defRPr>
            </a:lvl1pPr>
          </a:lstStyle>
          <a:p>
            <a:pPr lvl="0"/>
            <a:r>
              <a:rPr lang="en-US" altLang="ko-KR"/>
              <a:t>Click to edit Master text styles</a:t>
            </a:r>
          </a:p>
        </p:txBody>
      </p:sp>
    </p:spTree>
    <p:extLst>
      <p:ext uri="{BB962C8B-B14F-4D97-AF65-F5344CB8AC3E}">
        <p14:creationId xmlns:p14="http://schemas.microsoft.com/office/powerpoint/2010/main" val="3694015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159564" y="0"/>
            <a:ext cx="10032437" cy="1069514"/>
          </a:xfrm>
          <a:prstGeom prst="rect">
            <a:avLst/>
          </a:prstGeom>
        </p:spPr>
        <p:txBody>
          <a:bodyPr anchor="ctr"/>
          <a:lstStyle>
            <a:lvl1pPr>
              <a:defRPr b="1" baseline="0">
                <a:solidFill>
                  <a:schemeClr val="tx1">
                    <a:lumMod val="75000"/>
                    <a:lumOff val="25000"/>
                  </a:schemeClr>
                </a:solidFill>
                <a:latin typeface="Arial" pitchFamily="34" charset="0"/>
                <a:cs typeface="Arial" pitchFamily="34" charset="0"/>
              </a:defRPr>
            </a:lvl1pPr>
          </a:lstStyle>
          <a:p>
            <a:r>
              <a:rPr lang="en-US" altLang="ko-KR" dirty="0"/>
              <a:t> Click to add title</a:t>
            </a:r>
            <a:endParaRPr lang="ko-KR" altLang="en-US" dirty="0"/>
          </a:p>
        </p:txBody>
      </p:sp>
      <p:sp>
        <p:nvSpPr>
          <p:cNvPr id="4" name="Content Placeholder 2"/>
          <p:cNvSpPr>
            <a:spLocks noGrp="1"/>
          </p:cNvSpPr>
          <p:nvPr>
            <p:ph idx="1"/>
          </p:nvPr>
        </p:nvSpPr>
        <p:spPr>
          <a:xfrm>
            <a:off x="2831637" y="1268760"/>
            <a:ext cx="8750763" cy="460648"/>
          </a:xfrm>
          <a:prstGeom prst="rect">
            <a:avLst/>
          </a:prstGeom>
        </p:spPr>
        <p:txBody>
          <a:bodyPr anchor="ctr"/>
          <a:lstStyle>
            <a:lvl1pPr marL="0" indent="0">
              <a:buNone/>
              <a:defRPr sz="2000">
                <a:solidFill>
                  <a:schemeClr val="tx1">
                    <a:lumMod val="75000"/>
                    <a:lumOff val="25000"/>
                  </a:schemeClr>
                </a:solidFill>
              </a:defRPr>
            </a:lvl1pPr>
          </a:lstStyle>
          <a:p>
            <a:pPr lvl="0"/>
            <a:r>
              <a:rPr lang="en-US" altLang="ko-KR"/>
              <a:t>Click to edit Master text styles</a:t>
            </a:r>
          </a:p>
        </p:txBody>
      </p:sp>
      <p:sp>
        <p:nvSpPr>
          <p:cNvPr id="5" name="Content Placeholder 2"/>
          <p:cNvSpPr>
            <a:spLocks noGrp="1"/>
          </p:cNvSpPr>
          <p:nvPr>
            <p:ph idx="10"/>
          </p:nvPr>
        </p:nvSpPr>
        <p:spPr>
          <a:xfrm>
            <a:off x="2845429" y="1844827"/>
            <a:ext cx="8750763" cy="4147865"/>
          </a:xfrm>
          <a:prstGeom prst="rect">
            <a:avLst/>
          </a:prstGeom>
        </p:spPr>
        <p:txBody>
          <a:bodyPr lIns="396000" anchor="t"/>
          <a:lstStyle>
            <a:lvl1pPr marL="0" indent="0">
              <a:buNone/>
              <a:defRPr sz="1400">
                <a:solidFill>
                  <a:schemeClr val="tx1">
                    <a:lumMod val="75000"/>
                    <a:lumOff val="25000"/>
                  </a:schemeClr>
                </a:solidFill>
              </a:defRPr>
            </a:lvl1pPr>
          </a:lstStyle>
          <a:p>
            <a:pPr lvl="0"/>
            <a:r>
              <a:rPr lang="en-US" altLang="ko-KR"/>
              <a:t>Click to edit Master text styles</a:t>
            </a:r>
          </a:p>
        </p:txBody>
      </p:sp>
    </p:spTree>
    <p:extLst>
      <p:ext uri="{BB962C8B-B14F-4D97-AF65-F5344CB8AC3E}">
        <p14:creationId xmlns:p14="http://schemas.microsoft.com/office/powerpoint/2010/main" val="2326818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a:prstGeom prst="rect">
            <a:avLst/>
          </a:prstGeom>
        </p:spPr>
        <p:txBody>
          <a:bodyPr/>
          <a:lstStyle/>
          <a:p>
            <a:r>
              <a:rPr lang="en-US"/>
              <a:t>Click to edit Master title style</a:t>
            </a:r>
            <a:endParaRPr lang="en-IN"/>
          </a:p>
        </p:txBody>
      </p:sp>
      <p:sp>
        <p:nvSpPr>
          <p:cNvPr id="3" name="Subtitle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a:xfrm>
            <a:off x="609600" y="6356353"/>
            <a:ext cx="2844800" cy="365125"/>
          </a:xfrm>
          <a:prstGeom prst="rect">
            <a:avLst/>
          </a:prstGeom>
        </p:spPr>
        <p:txBody>
          <a:bodyPr/>
          <a:lstStyle/>
          <a:p>
            <a:fld id="{863BE271-A15F-1F42-ACDD-4810FF350A3F}" type="datetimeFigureOut">
              <a:rPr lang="en-US" smtClean="0"/>
              <a:t>10/9/19</a:t>
            </a:fld>
            <a:endParaRPr lang="en-US"/>
          </a:p>
        </p:txBody>
      </p:sp>
      <p:sp>
        <p:nvSpPr>
          <p:cNvPr id="5" name="Footer Placeholder 4"/>
          <p:cNvSpPr>
            <a:spLocks noGrp="1"/>
          </p:cNvSpPr>
          <p:nvPr>
            <p:ph type="ftr" sz="quarter" idx="11"/>
          </p:nvPr>
        </p:nvSpPr>
        <p:spPr>
          <a:xfrm>
            <a:off x="4165600" y="6356353"/>
            <a:ext cx="3860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737600" y="6356353"/>
            <a:ext cx="2844800" cy="365125"/>
          </a:xfrm>
          <a:prstGeom prst="rect">
            <a:avLst/>
          </a:prstGeom>
        </p:spPr>
        <p:txBody>
          <a:bodyPr/>
          <a:lstStyle/>
          <a:p>
            <a:fld id="{BC0EC9B5-01BE-2649-AB2A-07E6CBBC9D00}" type="slidenum">
              <a:rPr lang="en-US" smtClean="0"/>
              <a:t>‹#›</a:t>
            </a:fld>
            <a:endParaRPr lang="en-US"/>
          </a:p>
        </p:txBody>
      </p:sp>
    </p:spTree>
    <p:extLst>
      <p:ext uri="{BB962C8B-B14F-4D97-AF65-F5344CB8AC3E}">
        <p14:creationId xmlns:p14="http://schemas.microsoft.com/office/powerpoint/2010/main" val="32574731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endParaRPr lang="en-IN"/>
          </a:p>
        </p:txBody>
      </p:sp>
      <p:sp>
        <p:nvSpPr>
          <p:cNvPr id="3" name="Content Placeholder 2"/>
          <p:cNvSpPr>
            <a:spLocks noGrp="1"/>
          </p:cNvSpPr>
          <p:nvPr>
            <p:ph idx="1"/>
          </p:nvPr>
        </p:nvSpPr>
        <p:spPr>
          <a:xfrm>
            <a:off x="609600" y="1600203"/>
            <a:ext cx="109728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609600" y="6356353"/>
            <a:ext cx="2844800" cy="365125"/>
          </a:xfrm>
          <a:prstGeom prst="rect">
            <a:avLst/>
          </a:prstGeom>
        </p:spPr>
        <p:txBody>
          <a:bodyPr/>
          <a:lstStyle/>
          <a:p>
            <a:fld id="{863BE271-A15F-1F42-ACDD-4810FF350A3F}" type="datetimeFigureOut">
              <a:rPr lang="en-US" smtClean="0"/>
              <a:t>10/9/19</a:t>
            </a:fld>
            <a:endParaRPr lang="en-US"/>
          </a:p>
        </p:txBody>
      </p:sp>
      <p:sp>
        <p:nvSpPr>
          <p:cNvPr id="5" name="Footer Placeholder 4"/>
          <p:cNvSpPr>
            <a:spLocks noGrp="1"/>
          </p:cNvSpPr>
          <p:nvPr>
            <p:ph type="ftr" sz="quarter" idx="11"/>
          </p:nvPr>
        </p:nvSpPr>
        <p:spPr>
          <a:xfrm>
            <a:off x="4165600" y="6356353"/>
            <a:ext cx="3860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737600" y="6356353"/>
            <a:ext cx="2844800" cy="365125"/>
          </a:xfrm>
          <a:prstGeom prst="rect">
            <a:avLst/>
          </a:prstGeom>
        </p:spPr>
        <p:txBody>
          <a:bodyPr/>
          <a:lstStyle/>
          <a:p>
            <a:fld id="{BC0EC9B5-01BE-2649-AB2A-07E6CBBC9D00}" type="slidenum">
              <a:rPr lang="en-US" smtClean="0"/>
              <a:t>‹#›</a:t>
            </a:fld>
            <a:endParaRPr lang="en-US"/>
          </a:p>
        </p:txBody>
      </p:sp>
    </p:spTree>
    <p:extLst>
      <p:ext uri="{BB962C8B-B14F-4D97-AF65-F5344CB8AC3E}">
        <p14:creationId xmlns:p14="http://schemas.microsoft.com/office/powerpoint/2010/main" val="2322506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32"/>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8DCCD61-643D-44A5-A450-3A42A50CBC1E}" type="datetimeFigureOut">
              <a:rPr lang="en-US" smtClean="0"/>
              <a:t>10/9/19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6560869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t>10/9/19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9242866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7"/>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DCCD61-643D-44A5-A450-3A42A50CBC1E}" type="datetimeFigureOut">
              <a:rPr lang="en-US" smtClean="0"/>
              <a:t>10/9/19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32779332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6"/>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6"/>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DCCD61-643D-44A5-A450-3A42A50CBC1E}" type="datetimeFigureOut">
              <a:rPr lang="en-US" smtClean="0"/>
              <a:t>10/9/19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7787904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72"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72"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8DCCD61-643D-44A5-A450-3A42A50CBC1E}" type="datetimeFigureOut">
              <a:rPr lang="en-US" smtClean="0"/>
              <a:t>10/9/19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29198114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8DCCD61-643D-44A5-A450-3A42A50CBC1E}" type="datetimeFigureOut">
              <a:rPr lang="en-US" smtClean="0"/>
              <a:t>10/9/19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8181198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DCCD61-643D-44A5-A450-3A42A50CBC1E}" type="datetimeFigureOut">
              <a:rPr lang="en-US" smtClean="0"/>
              <a:t>10/9/19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962918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7"/>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3"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DCCD61-643D-44A5-A450-3A42A50CBC1E}" type="datetimeFigureOut">
              <a:rPr lang="en-US" smtClean="0"/>
              <a:t>10/9/19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296884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DCCD61-643D-44A5-A450-3A42A50CBC1E}" type="datetimeFigureOut">
              <a:rPr lang="en-US" smtClean="0"/>
              <a:t>10/9/19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29870350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t>10/9/19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792374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5"/>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5"/>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t>10/9/19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39628572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8DCCD61-643D-44A5-A450-3A42A50CBC1E}" type="datetimeFigureOut">
              <a:rPr lang="en-US" smtClean="0"/>
              <a:t>10/9/19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6560869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t>10/9/19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9242866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DCCD61-643D-44A5-A450-3A42A50CBC1E}" type="datetimeFigureOut">
              <a:rPr lang="en-US" smtClean="0"/>
              <a:t>10/9/19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32779332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DCCD61-643D-44A5-A450-3A42A50CBC1E}" type="datetimeFigureOut">
              <a:rPr lang="en-US" smtClean="0"/>
              <a:t>10/9/19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7787904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8DCCD61-643D-44A5-A450-3A42A50CBC1E}" type="datetimeFigureOut">
              <a:rPr lang="en-US" smtClean="0"/>
              <a:t>10/9/19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29198114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8DCCD61-643D-44A5-A450-3A42A50CBC1E}" type="datetimeFigureOut">
              <a:rPr lang="en-US" smtClean="0"/>
              <a:t>10/9/19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8181198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DCCD61-643D-44A5-A450-3A42A50CBC1E}" type="datetimeFigureOut">
              <a:rPr lang="en-US" smtClean="0"/>
              <a:t>10/9/19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962918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DCCD61-643D-44A5-A450-3A42A50CBC1E}" type="datetimeFigureOut">
              <a:rPr lang="en-US" smtClean="0"/>
              <a:t>10/9/19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2968842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DCCD61-643D-44A5-A450-3A42A50CBC1E}" type="datetimeFigureOut">
              <a:rPr lang="en-US" smtClean="0"/>
              <a:t>10/9/19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298703500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t>10/9/19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7923746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t>10/9/19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396285722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7213577" y="3810001"/>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Rectangle 23"/>
          <p:cNvSpPr/>
          <p:nvPr/>
        </p:nvSpPr>
        <p:spPr>
          <a:xfrm flipV="1">
            <a:off x="7213601" y="3897010"/>
            <a:ext cx="49784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Rectangle 24"/>
          <p:cNvSpPr/>
          <p:nvPr/>
        </p:nvSpPr>
        <p:spPr>
          <a:xfrm flipV="1">
            <a:off x="7213601" y="4115167"/>
            <a:ext cx="49784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Rectangle 25"/>
          <p:cNvSpPr/>
          <p:nvPr/>
        </p:nvSpPr>
        <p:spPr>
          <a:xfrm flipV="1">
            <a:off x="7213600" y="4164403"/>
            <a:ext cx="262128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Rectangle 26"/>
          <p:cNvSpPr/>
          <p:nvPr/>
        </p:nvSpPr>
        <p:spPr>
          <a:xfrm flipV="1">
            <a:off x="7213600" y="4199572"/>
            <a:ext cx="262128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Rounded Rectangle 29"/>
          <p:cNvSpPr/>
          <p:nvPr/>
        </p:nvSpPr>
        <p:spPr bwMode="white">
          <a:xfrm>
            <a:off x="7213600" y="3962400"/>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Rounded Rectangle 30"/>
          <p:cNvSpPr/>
          <p:nvPr/>
        </p:nvSpPr>
        <p:spPr bwMode="white">
          <a:xfrm>
            <a:off x="9835343" y="406098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Rectangle 6"/>
          <p:cNvSpPr/>
          <p:nvPr/>
        </p:nvSpPr>
        <p:spPr>
          <a:xfrm>
            <a:off x="1" y="3649662"/>
            <a:ext cx="12192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 y="3675528"/>
            <a:ext cx="12192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V="1">
            <a:off x="8552068" y="3643090"/>
            <a:ext cx="3639933"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0"/>
            <a:ext cx="12192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609600" y="2401888"/>
            <a:ext cx="11277600" cy="1470025"/>
          </a:xfrm>
        </p:spPr>
        <p:txBody>
          <a:bodyPr anchor="b"/>
          <a:lstStyle>
            <a:lvl1pPr>
              <a:defRPr sz="4400">
                <a:solidFill>
                  <a:schemeClr val="bg1"/>
                </a:solidFill>
              </a:defRPr>
            </a:lvl1pPr>
          </a:lstStyle>
          <a:p>
            <a:r>
              <a:rPr kumimoji="0" lang="en-US"/>
              <a:t>Click to edit Master title style</a:t>
            </a:r>
          </a:p>
        </p:txBody>
      </p:sp>
      <p:sp>
        <p:nvSpPr>
          <p:cNvPr id="9" name="Subtitle 8"/>
          <p:cNvSpPr>
            <a:spLocks noGrp="1"/>
          </p:cNvSpPr>
          <p:nvPr>
            <p:ph type="subTitle" idx="1"/>
          </p:nvPr>
        </p:nvSpPr>
        <p:spPr>
          <a:xfrm>
            <a:off x="609600" y="3899938"/>
            <a:ext cx="6604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8940800" y="4206240"/>
            <a:ext cx="1280160" cy="457200"/>
          </a:xfrm>
        </p:spPr>
        <p:txBody>
          <a:bodyPr/>
          <a:lstStyle/>
          <a:p>
            <a:fld id="{B61BEF0D-F0BB-DE4B-95CE-6DB70DBA9567}" type="datetimeFigureOut">
              <a:rPr lang="en-US" smtClean="0"/>
              <a:pPr/>
              <a:t>10/9/19</a:t>
            </a:fld>
            <a:endParaRPr lang="en-US" dirty="0"/>
          </a:p>
        </p:txBody>
      </p:sp>
      <p:sp>
        <p:nvSpPr>
          <p:cNvPr id="17" name="Footer Placeholder 16"/>
          <p:cNvSpPr>
            <a:spLocks noGrp="1"/>
          </p:cNvSpPr>
          <p:nvPr>
            <p:ph type="ftr" sz="quarter" idx="11"/>
          </p:nvPr>
        </p:nvSpPr>
        <p:spPr>
          <a:xfrm>
            <a:off x="7213600" y="4205288"/>
            <a:ext cx="1727200" cy="457200"/>
          </a:xfrm>
        </p:spPr>
        <p:txBody>
          <a:bodyPr/>
          <a:lstStyle/>
          <a:p>
            <a:endParaRPr lang="en-US" dirty="0"/>
          </a:p>
        </p:txBody>
      </p:sp>
      <p:sp>
        <p:nvSpPr>
          <p:cNvPr id="29" name="Slide Number Placeholder 28"/>
          <p:cNvSpPr>
            <a:spLocks noGrp="1"/>
          </p:cNvSpPr>
          <p:nvPr>
            <p:ph type="sldNum" sz="quarter" idx="12"/>
          </p:nvPr>
        </p:nvSpPr>
        <p:spPr>
          <a:xfrm>
            <a:off x="11093451" y="1136"/>
            <a:ext cx="996949" cy="365760"/>
          </a:xfrm>
        </p:spPr>
        <p:txBody>
          <a:bodyPr/>
          <a:lstStyle>
            <a:lvl1pPr algn="r">
              <a:defRPr sz="1800">
                <a:solidFill>
                  <a:schemeClr val="bg1"/>
                </a:solidFill>
              </a:defRPr>
            </a:lvl1pPr>
          </a:lstStyle>
          <a:p>
            <a:fld id="{D57F1E4F-1CFF-5643-939E-217C01CDF565}" type="slidenum">
              <a:rPr lang="en-US" smtClean="0"/>
              <a:pPr/>
              <a:t>‹#›</a:t>
            </a:fld>
            <a:endParaRPr 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61BEF0D-F0BB-DE4B-95CE-6DB70DBA9567}" type="datetimeFigureOut">
              <a:rPr lang="en-US" smtClean="0"/>
              <a:pPr/>
              <a:t>10/9/19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981201"/>
            <a:ext cx="103632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a:t>Click to edit Master title style</a:t>
            </a:r>
          </a:p>
        </p:txBody>
      </p:sp>
      <p:sp>
        <p:nvSpPr>
          <p:cNvPr id="3" name="Text Placeholder 2"/>
          <p:cNvSpPr>
            <a:spLocks noGrp="1"/>
          </p:cNvSpPr>
          <p:nvPr>
            <p:ph type="body" idx="1"/>
          </p:nvPr>
        </p:nvSpPr>
        <p:spPr>
          <a:xfrm>
            <a:off x="963084" y="3367088"/>
            <a:ext cx="103632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10/9/19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609600" y="2249425"/>
            <a:ext cx="53848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6197600" y="2249425"/>
            <a:ext cx="53848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B61BEF0D-F0BB-DE4B-95CE-6DB70DBA9567}" type="datetimeFigureOut">
              <a:rPr lang="en-US" smtClean="0"/>
              <a:pPr/>
              <a:t>10/9/19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8000" y="1143000"/>
            <a:ext cx="11176000" cy="1069848"/>
          </a:xfrm>
        </p:spPr>
        <p:txBody>
          <a:bodyPr anchor="ctr"/>
          <a:lstStyle>
            <a:lvl1pPr>
              <a:defRPr sz="4000" b="0" i="0" cap="none" baseline="0"/>
            </a:lvl1pPr>
          </a:lstStyle>
          <a:p>
            <a:r>
              <a:rPr kumimoji="0" lang="en-US"/>
              <a:t>Click to edit Master title style</a:t>
            </a:r>
          </a:p>
        </p:txBody>
      </p:sp>
      <p:sp>
        <p:nvSpPr>
          <p:cNvPr id="3" name="Text Placeholder 2"/>
          <p:cNvSpPr>
            <a:spLocks noGrp="1"/>
          </p:cNvSpPr>
          <p:nvPr>
            <p:ph type="body" idx="1"/>
          </p:nvPr>
        </p:nvSpPr>
        <p:spPr>
          <a:xfrm>
            <a:off x="508000" y="2244970"/>
            <a:ext cx="5388864"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294968" y="2244970"/>
            <a:ext cx="5389033"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508000" y="2708519"/>
            <a:ext cx="5388864"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6291073" y="2708519"/>
            <a:ext cx="5389033"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Date Placeholder 25"/>
          <p:cNvSpPr>
            <a:spLocks noGrp="1"/>
          </p:cNvSpPr>
          <p:nvPr>
            <p:ph type="dt" sz="half" idx="10"/>
          </p:nvPr>
        </p:nvSpPr>
        <p:spPr/>
        <p:txBody>
          <a:bodyPr rtlCol="0"/>
          <a:lstStyle/>
          <a:p>
            <a:fld id="{B61BEF0D-F0BB-DE4B-95CE-6DB70DBA9567}" type="datetimeFigureOut">
              <a:rPr lang="en-US" smtClean="0"/>
              <a:pPr/>
              <a:t>10/9/19</a:t>
            </a:fld>
            <a:endParaRPr lang="en-US" dirty="0"/>
          </a:p>
        </p:txBody>
      </p:sp>
      <p:sp>
        <p:nvSpPr>
          <p:cNvPr id="27" name="Slide Number Placeholder 26"/>
          <p:cNvSpPr>
            <a:spLocks noGrp="1"/>
          </p:cNvSpPr>
          <p:nvPr>
            <p:ph type="sldNum" sz="quarter" idx="11"/>
          </p:nvPr>
        </p:nvSpPr>
        <p:spPr/>
        <p:txBody>
          <a:bodyPr rtlCol="0"/>
          <a:lstStyle/>
          <a:p>
            <a:fld id="{D57F1E4F-1CFF-5643-939E-217C01CDF565}" type="slidenum">
              <a:rPr lang="en-US" smtClean="0"/>
              <a:pPr/>
              <a:t>‹#›</a:t>
            </a:fld>
            <a:endParaRPr lang="en-US" dirty="0"/>
          </a:p>
        </p:txBody>
      </p:sp>
      <p:sp>
        <p:nvSpPr>
          <p:cNvPr id="28" name="Footer Placeholder 27"/>
          <p:cNvSpPr>
            <a:spLocks noGrp="1"/>
          </p:cNvSpPr>
          <p:nvPr>
            <p:ph type="ftr" sz="quarter" idx="12"/>
          </p:nvPr>
        </p:nvSpPr>
        <p:spPr/>
        <p:txBody>
          <a:bodyPr rtlCol="0"/>
          <a:lstStyle/>
          <a:p>
            <a:endParaRPr 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1143000"/>
            <a:ext cx="10972800" cy="1069848"/>
          </a:xfrm>
        </p:spPr>
        <p:txBody>
          <a:bodyPr anchor="ctr"/>
          <a:lstStyle>
            <a:lvl1pPr>
              <a:defRPr sz="4000">
                <a:solidFill>
                  <a:schemeClr val="tx2"/>
                </a:solidFill>
              </a:defRPr>
            </a:lvl1pPr>
          </a:lstStyle>
          <a:p>
            <a:r>
              <a:rPr kumimoji="0" lang="en-US"/>
              <a:t>Click to edit Master title style</a:t>
            </a:r>
          </a:p>
        </p:txBody>
      </p:sp>
      <p:sp>
        <p:nvSpPr>
          <p:cNvPr id="3" name="Date Placeholder 2"/>
          <p:cNvSpPr>
            <a:spLocks noGrp="1"/>
          </p:cNvSpPr>
          <p:nvPr>
            <p:ph type="dt" sz="half" idx="10"/>
          </p:nvPr>
        </p:nvSpPr>
        <p:spPr>
          <a:xfrm>
            <a:off x="8778240" y="612648"/>
            <a:ext cx="1276352" cy="457200"/>
          </a:xfrm>
        </p:spPr>
        <p:txBody>
          <a:bodyPr/>
          <a:lstStyle/>
          <a:p>
            <a:fld id="{B61BEF0D-F0BB-DE4B-95CE-6DB70DBA9567}" type="datetimeFigureOut">
              <a:rPr lang="en-US" smtClean="0"/>
              <a:pPr/>
              <a:t>10/9/19</a:t>
            </a:fld>
            <a:endParaRPr lang="en-US" dirty="0"/>
          </a:p>
        </p:txBody>
      </p:sp>
      <p:sp>
        <p:nvSpPr>
          <p:cNvPr id="4" name="Footer Placeholder 3"/>
          <p:cNvSpPr>
            <a:spLocks noGrp="1"/>
          </p:cNvSpPr>
          <p:nvPr>
            <p:ph type="ftr" sz="quarter" idx="11"/>
          </p:nvPr>
        </p:nvSpPr>
        <p:spPr>
          <a:xfrm>
            <a:off x="7010400" y="612648"/>
            <a:ext cx="1767840" cy="457200"/>
          </a:xfrm>
        </p:spPr>
        <p:txBody>
          <a:bodyPr/>
          <a:lstStyle/>
          <a:p>
            <a:endParaRPr lang="en-US" dirty="0"/>
          </a:p>
        </p:txBody>
      </p:sp>
      <p:sp>
        <p:nvSpPr>
          <p:cNvPr id="5" name="Slide Number Placeholder 4"/>
          <p:cNvSpPr>
            <a:spLocks noGrp="1"/>
          </p:cNvSpPr>
          <p:nvPr>
            <p:ph type="sldNum" sz="quarter" idx="12"/>
          </p:nvPr>
        </p:nvSpPr>
        <p:spPr>
          <a:xfrm>
            <a:off x="10899648" y="2272"/>
            <a:ext cx="1016000" cy="365760"/>
          </a:xfrm>
        </p:spPr>
        <p:txBody>
          <a:bodyPr/>
          <a:lstStyle/>
          <a:p>
            <a:fld id="{D57F1E4F-1CFF-5643-939E-217C01CDF565}" type="slidenum">
              <a:rPr lang="en-US" smtClean="0"/>
              <a:pPr/>
              <a:t>‹#›</a:t>
            </a:fld>
            <a:endParaRPr 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10/9/19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137995" y="1101970"/>
            <a:ext cx="4511040" cy="877824"/>
          </a:xfrm>
        </p:spPr>
        <p:txBody>
          <a:bodyPr anchor="b"/>
          <a:lstStyle>
            <a:lvl1pPr algn="l">
              <a:buNone/>
              <a:defRPr sz="1800" b="1"/>
            </a:lvl1pPr>
          </a:lstStyle>
          <a:p>
            <a:r>
              <a:rPr kumimoji="0" lang="en-US"/>
              <a:t>Click to edit Master title style</a:t>
            </a:r>
          </a:p>
        </p:txBody>
      </p:sp>
      <p:sp>
        <p:nvSpPr>
          <p:cNvPr id="3" name="Text Placeholder 2"/>
          <p:cNvSpPr>
            <a:spLocks noGrp="1"/>
          </p:cNvSpPr>
          <p:nvPr>
            <p:ph type="body" idx="2"/>
          </p:nvPr>
        </p:nvSpPr>
        <p:spPr>
          <a:xfrm>
            <a:off x="7137995" y="2010727"/>
            <a:ext cx="451104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203200" y="776287"/>
            <a:ext cx="6803136"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B61BEF0D-F0BB-DE4B-95CE-6DB70DBA9567}" type="datetimeFigureOut">
              <a:rPr lang="en-US" smtClean="0"/>
              <a:pPr/>
              <a:t>10/9/19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253913" y="1109161"/>
            <a:ext cx="782404" cy="4681637"/>
          </a:xfrm>
        </p:spPr>
        <p:txBody>
          <a:bodyPr vert="vert270" lIns="45720" tIns="0" rIns="45720" anchor="t"/>
          <a:lstStyle>
            <a:lvl1pPr algn="ctr">
              <a:buNone/>
              <a:defRPr sz="2000" b="1"/>
            </a:lvl1pPr>
          </a:lstStyle>
          <a:p>
            <a:r>
              <a:rPr kumimoji="0" lang="en-US"/>
              <a:t>Click to edit Master title style</a:t>
            </a:r>
          </a:p>
        </p:txBody>
      </p:sp>
      <p:sp>
        <p:nvSpPr>
          <p:cNvPr id="3" name="Picture Placeholder 2"/>
          <p:cNvSpPr>
            <a:spLocks noGrp="1"/>
          </p:cNvSpPr>
          <p:nvPr>
            <p:ph type="pic" idx="1"/>
          </p:nvPr>
        </p:nvSpPr>
        <p:spPr>
          <a:xfrm>
            <a:off x="538228" y="1143000"/>
            <a:ext cx="6096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8117924" y="3274309"/>
            <a:ext cx="34544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10/9/19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61BEF0D-F0BB-DE4B-95CE-6DB70DBA9567}" type="datetimeFigureOut">
              <a:rPr lang="en-US" smtClean="0"/>
              <a:pPr/>
              <a:t>10/9/19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1143000"/>
            <a:ext cx="2540000" cy="5486400"/>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1143000"/>
            <a:ext cx="8331200" cy="548640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61BEF0D-F0BB-DE4B-95CE-6DB70DBA9567}" type="datetimeFigureOut">
              <a:rPr lang="en-US" smtClean="0"/>
              <a:pPr/>
              <a:t>10/9/19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4.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7338208"/>
      </p:ext>
    </p:extLst>
  </p:cSld>
  <p:clrMap bg1="lt1" tx1="dk1" bg2="lt2" tx2="dk2" accent1="accent1" accent2="accent2" accent3="accent3" accent4="accent4" accent5="accent5" accent6="accent6" hlink="hlink" folHlink="folHlink"/>
  <p:sldLayoutIdLst>
    <p:sldLayoutId id="2147483868" r:id="rId1"/>
    <p:sldLayoutId id="2147483869" r:id="rId2"/>
    <p:sldLayoutId id="2147483870" r:id="rId3"/>
    <p:sldLayoutId id="2147483871" r:id="rId4"/>
    <p:sldLayoutId id="2147483872" r:id="rId5"/>
  </p:sldLayoutIdLst>
  <p:txStyles>
    <p:titleStyle>
      <a:lvl1pPr algn="l" defTabSz="914400" rtl="0" eaLnBrk="1" latinLnBrk="1" hangingPunct="1">
        <a:spcBef>
          <a:spcPct val="0"/>
        </a:spcBef>
        <a:buNone/>
        <a:defRPr sz="4000" b="1" kern="1200">
          <a:solidFill>
            <a:schemeClr val="tx1"/>
          </a:solidFill>
          <a:latin typeface="Arial" pitchFamily="34" charset="0"/>
          <a:ea typeface="+mj-ea"/>
          <a:cs typeface="Arial" pitchFamily="34" charset="0"/>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5"/>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5"/>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DCCD61-643D-44A5-A450-3A42A50CBC1E}" type="datetimeFigureOut">
              <a:rPr lang="en-US" smtClean="0"/>
              <a:t>10/9/19</a:t>
            </a:fld>
            <a:endParaRPr lang="en-US"/>
          </a:p>
        </p:txBody>
      </p:sp>
      <p:sp>
        <p:nvSpPr>
          <p:cNvPr id="5" name="Footer Placeholder 4"/>
          <p:cNvSpPr>
            <a:spLocks noGrp="1"/>
          </p:cNvSpPr>
          <p:nvPr>
            <p:ph type="ftr" sz="quarter" idx="3"/>
          </p:nvPr>
        </p:nvSpPr>
        <p:spPr>
          <a:xfrm>
            <a:off x="4165600" y="6356355"/>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5"/>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2F0832-F084-422D-97D1-AF848F4F2C34}" type="slidenum">
              <a:rPr lang="en-US" smtClean="0"/>
              <a:t>‹#›</a:t>
            </a:fld>
            <a:endParaRPr lang="en-US"/>
          </a:p>
        </p:txBody>
      </p:sp>
    </p:spTree>
    <p:extLst>
      <p:ext uri="{BB962C8B-B14F-4D97-AF65-F5344CB8AC3E}">
        <p14:creationId xmlns:p14="http://schemas.microsoft.com/office/powerpoint/2010/main" val="3286357357"/>
      </p:ext>
    </p:extLst>
  </p:cSld>
  <p:clrMap bg1="lt1" tx1="dk1" bg2="lt2" tx2="dk2" accent1="accent1" accent2="accent2" accent3="accent3" accent4="accent4" accent5="accent5" accent6="accent6" hlink="hlink" folHlink="folHlink"/>
  <p:sldLayoutIdLst>
    <p:sldLayoutId id="2147483874" r:id="rId1"/>
    <p:sldLayoutId id="2147483875" r:id="rId2"/>
    <p:sldLayoutId id="2147483876" r:id="rId3"/>
    <p:sldLayoutId id="2147483877" r:id="rId4"/>
    <p:sldLayoutId id="2147483878" r:id="rId5"/>
    <p:sldLayoutId id="2147483879" r:id="rId6"/>
    <p:sldLayoutId id="2147483880" r:id="rId7"/>
    <p:sldLayoutId id="2147483881" r:id="rId8"/>
    <p:sldLayoutId id="2147483882" r:id="rId9"/>
    <p:sldLayoutId id="2147483883" r:id="rId10"/>
    <p:sldLayoutId id="2147483884"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DCCD61-643D-44A5-A450-3A42A50CBC1E}" type="datetimeFigureOut">
              <a:rPr lang="en-US" smtClean="0"/>
              <a:t>10/9/19</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2F0832-F084-422D-97D1-AF848F4F2C34}" type="slidenum">
              <a:rPr lang="en-US" smtClean="0"/>
              <a:t>‹#›</a:t>
            </a:fld>
            <a:endParaRPr lang="en-US"/>
          </a:p>
        </p:txBody>
      </p:sp>
    </p:spTree>
    <p:extLst>
      <p:ext uri="{BB962C8B-B14F-4D97-AF65-F5344CB8AC3E}">
        <p14:creationId xmlns:p14="http://schemas.microsoft.com/office/powerpoint/2010/main" val="3286357357"/>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0" r:id="rId5"/>
    <p:sldLayoutId id="2147483891" r:id="rId6"/>
    <p:sldLayoutId id="2147483892" r:id="rId7"/>
    <p:sldLayoutId id="2147483893" r:id="rId8"/>
    <p:sldLayoutId id="2147483894" r:id="rId9"/>
    <p:sldLayoutId id="2147483895" r:id="rId10"/>
    <p:sldLayoutId id="2147483896"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9"/>
            <a:ext cx="12192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a:off x="0" y="-1"/>
            <a:ext cx="12192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Rectangle 29"/>
          <p:cNvSpPr/>
          <p:nvPr/>
        </p:nvSpPr>
        <p:spPr>
          <a:xfrm>
            <a:off x="1" y="308277"/>
            <a:ext cx="12192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Rectangle 30"/>
          <p:cNvSpPr/>
          <p:nvPr/>
        </p:nvSpPr>
        <p:spPr>
          <a:xfrm flipV="1">
            <a:off x="7213577" y="360247"/>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flipV="1">
            <a:off x="7213601" y="440113"/>
            <a:ext cx="49784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Rounded Rectangle 32"/>
          <p:cNvSpPr/>
          <p:nvPr/>
        </p:nvSpPr>
        <p:spPr bwMode="white">
          <a:xfrm>
            <a:off x="7209785" y="497504"/>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Rounded Rectangle 33"/>
          <p:cNvSpPr/>
          <p:nvPr/>
        </p:nvSpPr>
        <p:spPr bwMode="white">
          <a:xfrm>
            <a:off x="9831528" y="58894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Rectangle 34"/>
          <p:cNvSpPr/>
          <p:nvPr/>
        </p:nvSpPr>
        <p:spPr bwMode="invGray">
          <a:xfrm>
            <a:off x="12113288" y="-2001"/>
            <a:ext cx="76835"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12059308" y="-2001"/>
            <a:ext cx="3657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12033904" y="-2001"/>
            <a:ext cx="12192"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Rectangle 37"/>
          <p:cNvSpPr/>
          <p:nvPr/>
        </p:nvSpPr>
        <p:spPr bwMode="invGray">
          <a:xfrm>
            <a:off x="11967231" y="-2001"/>
            <a:ext cx="36576"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bwMode="invGray">
          <a:xfrm>
            <a:off x="11887569" y="380"/>
            <a:ext cx="73152"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Rectangle 39"/>
          <p:cNvSpPr/>
          <p:nvPr/>
        </p:nvSpPr>
        <p:spPr bwMode="invGray">
          <a:xfrm>
            <a:off x="11831300" y="380"/>
            <a:ext cx="12192"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609600" y="1143000"/>
            <a:ext cx="10972800" cy="10668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09600" y="2249424"/>
            <a:ext cx="10972800" cy="432511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782048" y="612648"/>
            <a:ext cx="1276352" cy="457200"/>
          </a:xfrm>
          <a:prstGeom prst="rect">
            <a:avLst/>
          </a:prstGeom>
        </p:spPr>
        <p:txBody>
          <a:bodyPr vert="horz"/>
          <a:lstStyle>
            <a:lvl1pPr algn="l" eaLnBrk="1" latinLnBrk="0" hangingPunct="1">
              <a:defRPr kumimoji="0" sz="800">
                <a:solidFill>
                  <a:schemeClr val="accent2"/>
                </a:solidFill>
              </a:defRPr>
            </a:lvl1pPr>
          </a:lstStyle>
          <a:p>
            <a:pPr algn="l" eaLnBrk="1" latinLnBrk="0" hangingPunct="1"/>
            <a:fld id="{C3F416CD-67A3-4CF0-A210-F6AF31AC147F}" type="datetimeFigureOut">
              <a:rPr lang="en-US" smtClean="0"/>
              <a:pPr algn="l" eaLnBrk="1" latinLnBrk="0" hangingPunct="1"/>
              <a:t>10/9/19</a:t>
            </a:fld>
            <a:endParaRPr lang="en-US" sz="800" dirty="0">
              <a:solidFill>
                <a:schemeClr val="accent2"/>
              </a:solidFill>
            </a:endParaRPr>
          </a:p>
        </p:txBody>
      </p:sp>
      <p:sp>
        <p:nvSpPr>
          <p:cNvPr id="3" name="Footer Placeholder 2"/>
          <p:cNvSpPr>
            <a:spLocks noGrp="1"/>
          </p:cNvSpPr>
          <p:nvPr>
            <p:ph type="ftr" sz="quarter" idx="3"/>
          </p:nvPr>
        </p:nvSpPr>
        <p:spPr>
          <a:xfrm>
            <a:off x="7010400" y="612648"/>
            <a:ext cx="1767840" cy="457200"/>
          </a:xfrm>
          <a:prstGeom prst="rect">
            <a:avLst/>
          </a:prstGeom>
        </p:spPr>
        <p:txBody>
          <a:bodyPr vert="horz"/>
          <a:lstStyle>
            <a:lvl1pPr algn="r" eaLnBrk="1" latinLnBrk="0" hangingPunct="1">
              <a:defRPr kumimoji="0" sz="800">
                <a:solidFill>
                  <a:schemeClr val="accent2"/>
                </a:solidFill>
              </a:defRPr>
            </a:lvl1pPr>
          </a:lstStyle>
          <a:p>
            <a:pPr algn="r" eaLnBrk="1" latinLnBrk="0" hangingPunct="1"/>
            <a:endParaRPr kumimoji="0" lang="en-US" sz="800" dirty="0">
              <a:solidFill>
                <a:schemeClr val="accent2"/>
              </a:solidFill>
            </a:endParaRPr>
          </a:p>
        </p:txBody>
      </p:sp>
      <p:sp>
        <p:nvSpPr>
          <p:cNvPr id="23" name="Slide Number Placeholder 22"/>
          <p:cNvSpPr>
            <a:spLocks noGrp="1"/>
          </p:cNvSpPr>
          <p:nvPr>
            <p:ph type="sldNum" sz="quarter" idx="4"/>
          </p:nvPr>
        </p:nvSpPr>
        <p:spPr>
          <a:xfrm>
            <a:off x="10899648" y="2272"/>
            <a:ext cx="1016000" cy="365760"/>
          </a:xfrm>
          <a:prstGeom prst="rect">
            <a:avLst/>
          </a:prstGeom>
        </p:spPr>
        <p:txBody>
          <a:bodyPr vert="horz" anchor="b"/>
          <a:lstStyle>
            <a:lvl1pPr algn="r" eaLnBrk="1" latinLnBrk="0" hangingPunct="1">
              <a:defRPr kumimoji="0" sz="1800">
                <a:solidFill>
                  <a:srgbClr val="FFFFFF"/>
                </a:solidFill>
              </a:defRPr>
            </a:lvl1pPr>
          </a:lstStyle>
          <a:p>
            <a:pPr algn="r" eaLnBrk="1" latinLnBrk="0" hangingPunct="1"/>
            <a:fld id="{96652B35-718D-4E28-AFEB-B694A3B357E8}" type="slidenum">
              <a:rPr kumimoji="0" lang="en-US" smtClean="0"/>
              <a:pPr algn="r" eaLnBrk="1" latinLnBrk="0" hangingPunct="1"/>
              <a:t>‹#›</a:t>
            </a:fld>
            <a:endParaRPr kumimoji="0" lang="en-US" sz="1800" dirty="0">
              <a:solidFill>
                <a:schemeClr val="bg1"/>
              </a:solidFill>
            </a:endParaRPr>
          </a:p>
        </p:txBody>
      </p:sp>
    </p:spTree>
  </p:cSld>
  <p:clrMap bg1="lt1" tx1="dk1" bg2="lt2" tx2="dk2" accent1="accent1" accent2="accent2" accent3="accent3" accent4="accent4" accent5="accent5" accent6="accent6" hlink="hlink" folHlink="folHlink"/>
  <p:sldLayoutIdLst>
    <p:sldLayoutId id="2147483952" r:id="rId1"/>
    <p:sldLayoutId id="2147483953" r:id="rId2"/>
    <p:sldLayoutId id="2147483954" r:id="rId3"/>
    <p:sldLayoutId id="2147483955" r:id="rId4"/>
    <p:sldLayoutId id="2147483956" r:id="rId5"/>
    <p:sldLayoutId id="2147483957" r:id="rId6"/>
    <p:sldLayoutId id="2147483958" r:id="rId7"/>
    <p:sldLayoutId id="2147483959" r:id="rId8"/>
    <p:sldLayoutId id="2147483960" r:id="rId9"/>
    <p:sldLayoutId id="2147483961" r:id="rId10"/>
    <p:sldLayoutId id="2147483962"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73FBF-AD92-1B43-9160-568C797F0D05}"/>
              </a:ext>
            </a:extLst>
          </p:cNvPr>
          <p:cNvSpPr>
            <a:spLocks noGrp="1"/>
          </p:cNvSpPr>
          <p:nvPr>
            <p:ph type="ctrTitle"/>
          </p:nvPr>
        </p:nvSpPr>
        <p:spPr>
          <a:xfrm>
            <a:off x="1524000" y="1122364"/>
            <a:ext cx="9144000" cy="1468437"/>
          </a:xfrm>
        </p:spPr>
        <p:txBody>
          <a:bodyPr>
            <a:normAutofit fontScale="90000"/>
          </a:bodyPr>
          <a:lstStyle/>
          <a:p>
            <a:pPr algn="ctr"/>
            <a:r>
              <a:rPr lang="en-US" sz="4000" dirty="0"/>
              <a:t>IoT based Automated Nutrition Monitoring System using Deep-Learning Approaches</a:t>
            </a:r>
          </a:p>
        </p:txBody>
      </p:sp>
      <p:sp>
        <p:nvSpPr>
          <p:cNvPr id="5" name="Subtitle 2">
            <a:extLst>
              <a:ext uri="{FF2B5EF4-FFF2-40B4-BE49-F238E27FC236}">
                <a16:creationId xmlns:a16="http://schemas.microsoft.com/office/drawing/2014/main" id="{7272A6A1-DF31-8F4F-9D9C-B2C639552E48}"/>
              </a:ext>
            </a:extLst>
          </p:cNvPr>
          <p:cNvSpPr>
            <a:spLocks noGrp="1"/>
          </p:cNvSpPr>
          <p:nvPr>
            <p:ph type="subTitle" idx="1"/>
          </p:nvPr>
        </p:nvSpPr>
        <p:spPr>
          <a:xfrm>
            <a:off x="876300" y="3767666"/>
            <a:ext cx="10287000" cy="3473678"/>
          </a:xfrm>
        </p:spPr>
        <p:txBody>
          <a:bodyPr>
            <a:normAutofit/>
          </a:bodyPr>
          <a:lstStyle/>
          <a:p>
            <a:pPr algn="l"/>
            <a:endParaRPr lang="en-US" dirty="0"/>
          </a:p>
          <a:p>
            <a:pPr algn="l"/>
            <a:r>
              <a:rPr lang="en-US" sz="2000" dirty="0"/>
              <a:t>Team </a:t>
            </a:r>
            <a:r>
              <a:rPr lang="en-US" sz="2000"/>
              <a:t>Members:</a:t>
            </a:r>
            <a:endParaRPr lang="en-US" sz="2000" dirty="0"/>
          </a:p>
          <a:p>
            <a:pPr marL="457200" indent="-457200" algn="l">
              <a:buAutoNum type="arabicPeriod"/>
            </a:pPr>
            <a:r>
              <a:rPr lang="en-US" sz="2000" dirty="0" err="1"/>
              <a:t>Hemalatha</a:t>
            </a:r>
            <a:r>
              <a:rPr lang="en-US" sz="2000" dirty="0"/>
              <a:t> v</a:t>
            </a:r>
          </a:p>
          <a:p>
            <a:pPr marL="457200" indent="-457200" algn="l">
              <a:buAutoNum type="arabicPeriod"/>
            </a:pPr>
            <a:r>
              <a:rPr lang="en-US" sz="2000" dirty="0" err="1"/>
              <a:t>Subasri</a:t>
            </a:r>
            <a:r>
              <a:rPr lang="en-US" sz="2000" dirty="0"/>
              <a:t> R						Under The Guidance of</a:t>
            </a:r>
          </a:p>
          <a:p>
            <a:pPr marL="457200" indent="-457200" algn="l">
              <a:buAutoNum type="arabicPeriod"/>
            </a:pPr>
            <a:r>
              <a:rPr lang="en-US" sz="2000" dirty="0"/>
              <a:t>Sriram S					                    Dr. S. </a:t>
            </a:r>
            <a:r>
              <a:rPr lang="en-US" sz="2000" dirty="0" err="1"/>
              <a:t>Tamilselvan</a:t>
            </a:r>
            <a:endParaRPr lang="en-US" sz="2000" dirty="0"/>
          </a:p>
          <a:p>
            <a:pPr marL="457200" indent="-457200" algn="l">
              <a:buAutoNum type="arabicPeriod"/>
            </a:pPr>
            <a:r>
              <a:rPr lang="en-US" sz="2000" dirty="0" err="1"/>
              <a:t>Sangeeth</a:t>
            </a:r>
            <a:r>
              <a:rPr lang="en-US" sz="2000" dirty="0"/>
              <a:t> </a:t>
            </a:r>
            <a:r>
              <a:rPr lang="en-US" sz="2000" dirty="0" err="1"/>
              <a:t>sreedharan</a:t>
            </a:r>
            <a:endParaRPr lang="en-US" sz="2000" dirty="0"/>
          </a:p>
          <a:p>
            <a:pPr algn="l"/>
            <a:r>
              <a:rPr lang="en-US" sz="2000" dirty="0"/>
              <a:t>								</a:t>
            </a:r>
          </a:p>
          <a:p>
            <a:pPr marL="457200" indent="-457200" algn="l">
              <a:buAutoNum type="arabicPeriod"/>
            </a:pPr>
            <a:endParaRPr lang="en-US" dirty="0"/>
          </a:p>
        </p:txBody>
      </p:sp>
    </p:spTree>
    <p:extLst>
      <p:ext uri="{BB962C8B-B14F-4D97-AF65-F5344CB8AC3E}">
        <p14:creationId xmlns:p14="http://schemas.microsoft.com/office/powerpoint/2010/main" val="20507922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Contents</a:t>
            </a:r>
            <a:endParaRPr lang="en-IN" dirty="0"/>
          </a:p>
        </p:txBody>
      </p:sp>
      <p:sp>
        <p:nvSpPr>
          <p:cNvPr id="3" name="Content Placeholder 2"/>
          <p:cNvSpPr>
            <a:spLocks noGrp="1"/>
          </p:cNvSpPr>
          <p:nvPr>
            <p:ph idx="1"/>
          </p:nvPr>
        </p:nvSpPr>
        <p:spPr/>
        <p:txBody>
          <a:bodyPr/>
          <a:lstStyle/>
          <a:p>
            <a:r>
              <a:rPr lang="en-IN" dirty="0"/>
              <a:t>Introduction</a:t>
            </a:r>
          </a:p>
          <a:p>
            <a:r>
              <a:rPr lang="en-IN" dirty="0"/>
              <a:t>Objective</a:t>
            </a:r>
          </a:p>
          <a:p>
            <a:r>
              <a:rPr lang="en-IN" dirty="0"/>
              <a:t>Literature survey</a:t>
            </a:r>
          </a:p>
          <a:p>
            <a:r>
              <a:rPr lang="en-IN" dirty="0"/>
              <a:t>Completion of first phase work</a:t>
            </a:r>
          </a:p>
          <a:p>
            <a:r>
              <a:rPr lang="en-IN" dirty="0"/>
              <a:t>Working</a:t>
            </a:r>
          </a:p>
          <a:p>
            <a:r>
              <a:rPr lang="en-IN" dirty="0"/>
              <a:t>Review 2 result</a:t>
            </a:r>
          </a:p>
          <a:p>
            <a:r>
              <a:rPr lang="en-IN" dirty="0"/>
              <a:t>Next phase work</a:t>
            </a:r>
          </a:p>
          <a:p>
            <a:r>
              <a:rPr lang="en-IN" dirty="0"/>
              <a:t>References</a:t>
            </a:r>
          </a:p>
          <a:p>
            <a:endParaRPr lang="en-IN" dirty="0"/>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10504681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89E12-FE39-1048-9185-D74B9E321AF8}"/>
              </a:ext>
            </a:extLst>
          </p:cNvPr>
          <p:cNvSpPr>
            <a:spLocks noGrp="1"/>
          </p:cNvSpPr>
          <p:nvPr>
            <p:ph type="title"/>
          </p:nvPr>
        </p:nvSpPr>
        <p:spPr>
          <a:xfrm>
            <a:off x="345989" y="574589"/>
            <a:ext cx="10972800" cy="1066800"/>
          </a:xfrm>
        </p:spPr>
        <p:txBody>
          <a:bodyPr/>
          <a:lstStyle/>
          <a:p>
            <a:r>
              <a:rPr lang="en-US" dirty="0"/>
              <a:t>Introduction</a:t>
            </a:r>
          </a:p>
        </p:txBody>
      </p:sp>
      <p:sp>
        <p:nvSpPr>
          <p:cNvPr id="3" name="Content Placeholder 2">
            <a:extLst>
              <a:ext uri="{FF2B5EF4-FFF2-40B4-BE49-F238E27FC236}">
                <a16:creationId xmlns:a16="http://schemas.microsoft.com/office/drawing/2014/main" id="{9BD15E3F-3BA4-AB44-B859-A1CD2AFBDA36}"/>
              </a:ext>
            </a:extLst>
          </p:cNvPr>
          <p:cNvSpPr>
            <a:spLocks noGrp="1"/>
          </p:cNvSpPr>
          <p:nvPr>
            <p:ph idx="1"/>
          </p:nvPr>
        </p:nvSpPr>
        <p:spPr>
          <a:xfrm>
            <a:off x="345989" y="1853756"/>
            <a:ext cx="11279955" cy="4209589"/>
          </a:xfrm>
        </p:spPr>
        <p:txBody>
          <a:bodyPr>
            <a:normAutofit/>
          </a:bodyPr>
          <a:lstStyle/>
          <a:p>
            <a:pPr marL="0" indent="0" algn="just">
              <a:buNone/>
            </a:pPr>
            <a:r>
              <a:rPr lang="en-GB" dirty="0"/>
              <a:t>Why Nutrition Monitoring System?</a:t>
            </a:r>
          </a:p>
          <a:p>
            <a:pPr marL="0" indent="0" algn="just">
              <a:buNone/>
            </a:pPr>
            <a:r>
              <a:rPr lang="en-GB" dirty="0"/>
              <a:t>	A correct balance of nutrient intake is very important. When the body is deprived of essential nutrients, it can lead to serious disease and organ deterioration which can cause serious health issues.</a:t>
            </a:r>
          </a:p>
          <a:p>
            <a:pPr marL="0" indent="0" algn="just">
              <a:buNone/>
            </a:pPr>
            <a:endParaRPr lang="en-GB" dirty="0"/>
          </a:p>
          <a:p>
            <a:pPr marL="0" indent="0" algn="just">
              <a:buNone/>
            </a:pPr>
            <a:r>
              <a:rPr lang="en-GB" dirty="0"/>
              <a:t>Use of IoT and Deep-Learning in this system </a:t>
            </a:r>
          </a:p>
          <a:p>
            <a:pPr marL="457200" indent="-457200" algn="just"/>
            <a:r>
              <a:rPr lang="en-GB" dirty="0"/>
              <a:t>IoT is used for storing the database in the cloud server</a:t>
            </a:r>
          </a:p>
          <a:p>
            <a:pPr marL="457200" indent="-457200" algn="just"/>
            <a:r>
              <a:rPr lang="en-GB" dirty="0"/>
              <a:t>Deep-Learning for comparing and producing consolidated result</a:t>
            </a:r>
          </a:p>
          <a:p>
            <a:pPr marL="0" indent="0" algn="just">
              <a:buNone/>
            </a:pPr>
            <a:endParaRPr lang="en-GB" dirty="0"/>
          </a:p>
        </p:txBody>
      </p:sp>
    </p:spTree>
    <p:extLst>
      <p:ext uri="{BB962C8B-B14F-4D97-AF65-F5344CB8AC3E}">
        <p14:creationId xmlns:p14="http://schemas.microsoft.com/office/powerpoint/2010/main" val="4215944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A210D-7C78-AF46-BDF6-8FC49A78BADC}"/>
              </a:ext>
            </a:extLst>
          </p:cNvPr>
          <p:cNvSpPr>
            <a:spLocks noGrp="1"/>
          </p:cNvSpPr>
          <p:nvPr>
            <p:ph type="title"/>
          </p:nvPr>
        </p:nvSpPr>
        <p:spPr/>
        <p:txBody>
          <a:bodyPr/>
          <a:lstStyle/>
          <a:p>
            <a:r>
              <a:rPr lang="en-US" dirty="0"/>
              <a:t>Objective</a:t>
            </a:r>
          </a:p>
        </p:txBody>
      </p:sp>
      <p:sp>
        <p:nvSpPr>
          <p:cNvPr id="3" name="Content Placeholder 2">
            <a:extLst>
              <a:ext uri="{FF2B5EF4-FFF2-40B4-BE49-F238E27FC236}">
                <a16:creationId xmlns:a16="http://schemas.microsoft.com/office/drawing/2014/main" id="{6D6580F6-64E0-5442-BA2A-9F5C9E87E38B}"/>
              </a:ext>
            </a:extLst>
          </p:cNvPr>
          <p:cNvSpPr>
            <a:spLocks noGrp="1"/>
          </p:cNvSpPr>
          <p:nvPr>
            <p:ph idx="1"/>
          </p:nvPr>
        </p:nvSpPr>
        <p:spPr/>
        <p:txBody>
          <a:bodyPr/>
          <a:lstStyle/>
          <a:p>
            <a:pPr marL="109728" indent="0">
              <a:buNone/>
            </a:pPr>
            <a:endParaRPr lang="en-US" dirty="0"/>
          </a:p>
          <a:p>
            <a:pPr marL="109728" indent="0" algn="just">
              <a:buNone/>
            </a:pPr>
            <a:r>
              <a:rPr lang="en-US" dirty="0"/>
              <a:t>		To propose </a:t>
            </a:r>
            <a:r>
              <a:rPr lang="en-GB" dirty="0"/>
              <a:t>automated monitoring of the nutritional content of food provided for both infants and for all age group of people using machine learning algorithms in the IoT</a:t>
            </a:r>
          </a:p>
          <a:p>
            <a:pPr marL="109728" indent="0" algn="just">
              <a:buNone/>
            </a:pPr>
            <a:endParaRPr lang="en-GB" dirty="0"/>
          </a:p>
          <a:p>
            <a:pPr marL="109728" indent="0">
              <a:buNone/>
            </a:pPr>
            <a:endParaRPr lang="en-US" dirty="0"/>
          </a:p>
        </p:txBody>
      </p:sp>
    </p:spTree>
    <p:extLst>
      <p:ext uri="{BB962C8B-B14F-4D97-AF65-F5344CB8AC3E}">
        <p14:creationId xmlns:p14="http://schemas.microsoft.com/office/powerpoint/2010/main" val="16112357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55E03-F243-A14F-A0C2-358F4413BE89}"/>
              </a:ext>
            </a:extLst>
          </p:cNvPr>
          <p:cNvSpPr>
            <a:spLocks noGrp="1"/>
          </p:cNvSpPr>
          <p:nvPr>
            <p:ph type="title"/>
          </p:nvPr>
        </p:nvSpPr>
        <p:spPr>
          <a:xfrm>
            <a:off x="524932" y="670076"/>
            <a:ext cx="10972800" cy="1066800"/>
          </a:xfrm>
        </p:spPr>
        <p:txBody>
          <a:bodyPr/>
          <a:lstStyle/>
          <a:p>
            <a:r>
              <a:rPr lang="en-US" dirty="0"/>
              <a:t>Literature Survey</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668171541"/>
              </p:ext>
            </p:extLst>
          </p:nvPr>
        </p:nvGraphicFramePr>
        <p:xfrm>
          <a:off x="448731" y="2100943"/>
          <a:ext cx="10807097" cy="4604752"/>
        </p:xfrm>
        <a:graphic>
          <a:graphicData uri="http://schemas.openxmlformats.org/drawingml/2006/table">
            <a:tbl>
              <a:tblPr firstRow="1" bandRow="1">
                <a:tableStyleId>{5C22544A-7EE6-4342-B048-85BDC9FD1C3A}</a:tableStyleId>
              </a:tblPr>
              <a:tblGrid>
                <a:gridCol w="1630440">
                  <a:extLst>
                    <a:ext uri="{9D8B030D-6E8A-4147-A177-3AD203B41FA5}">
                      <a16:colId xmlns:a16="http://schemas.microsoft.com/office/drawing/2014/main" val="20000"/>
                    </a:ext>
                  </a:extLst>
                </a:gridCol>
                <a:gridCol w="2416629">
                  <a:extLst>
                    <a:ext uri="{9D8B030D-6E8A-4147-A177-3AD203B41FA5}">
                      <a16:colId xmlns:a16="http://schemas.microsoft.com/office/drawing/2014/main" val="20001"/>
                    </a:ext>
                  </a:extLst>
                </a:gridCol>
                <a:gridCol w="2562651">
                  <a:extLst>
                    <a:ext uri="{9D8B030D-6E8A-4147-A177-3AD203B41FA5}">
                      <a16:colId xmlns:a16="http://schemas.microsoft.com/office/drawing/2014/main" val="20002"/>
                    </a:ext>
                  </a:extLst>
                </a:gridCol>
                <a:gridCol w="4197377">
                  <a:extLst>
                    <a:ext uri="{9D8B030D-6E8A-4147-A177-3AD203B41FA5}">
                      <a16:colId xmlns:a16="http://schemas.microsoft.com/office/drawing/2014/main" val="20003"/>
                    </a:ext>
                  </a:extLst>
                </a:gridCol>
              </a:tblGrid>
              <a:tr h="398512">
                <a:tc>
                  <a:txBody>
                    <a:bodyPr/>
                    <a:lstStyle/>
                    <a:p>
                      <a:r>
                        <a:rPr lang="en-IN" dirty="0"/>
                        <a:t>SL.NO </a:t>
                      </a:r>
                    </a:p>
                  </a:txBody>
                  <a:tcPr/>
                </a:tc>
                <a:tc>
                  <a:txBody>
                    <a:bodyPr/>
                    <a:lstStyle/>
                    <a:p>
                      <a:r>
                        <a:rPr lang="en-IN" dirty="0"/>
                        <a:t>TITLE</a:t>
                      </a:r>
                    </a:p>
                  </a:txBody>
                  <a:tcPr/>
                </a:tc>
                <a:tc>
                  <a:txBody>
                    <a:bodyPr/>
                    <a:lstStyle/>
                    <a:p>
                      <a:r>
                        <a:rPr lang="en-IN" dirty="0"/>
                        <a:t>AUTHOR</a:t>
                      </a:r>
                    </a:p>
                  </a:txBody>
                  <a:tcPr/>
                </a:tc>
                <a:tc>
                  <a:txBody>
                    <a:bodyPr/>
                    <a:lstStyle/>
                    <a:p>
                      <a:r>
                        <a:rPr lang="en-IN" dirty="0"/>
                        <a:t>DESCRIPTION</a:t>
                      </a:r>
                    </a:p>
                  </a:txBody>
                  <a:tcPr/>
                </a:tc>
                <a:extLst>
                  <a:ext uri="{0D108BD9-81ED-4DB2-BD59-A6C34878D82A}">
                    <a16:rowId xmlns:a16="http://schemas.microsoft.com/office/drawing/2014/main" val="10000"/>
                  </a:ext>
                </a:extLst>
              </a:tr>
              <a:tr h="3074031">
                <a:tc>
                  <a:txBody>
                    <a:bodyPr/>
                    <a:lstStyle/>
                    <a:p>
                      <a:pPr algn="l"/>
                      <a:r>
                        <a:rPr lang="en-IN" dirty="0"/>
                        <a:t>1</a:t>
                      </a:r>
                    </a:p>
                    <a:p>
                      <a:pPr algn="l"/>
                      <a:endParaRPr lang="en-IN" dirty="0"/>
                    </a:p>
                    <a:p>
                      <a:pPr algn="l"/>
                      <a:endParaRPr lang="en-IN" dirty="0"/>
                    </a:p>
                    <a:p>
                      <a:pPr algn="l"/>
                      <a:endParaRPr lang="en-IN" dirty="0"/>
                    </a:p>
                    <a:p>
                      <a:pPr algn="l"/>
                      <a:endParaRPr lang="en-IN" dirty="0"/>
                    </a:p>
                    <a:p>
                      <a:pPr algn="l"/>
                      <a:endParaRPr lang="en-IN" dirty="0"/>
                    </a:p>
                    <a:p>
                      <a:pPr algn="l"/>
                      <a:endParaRPr lang="en-IN" dirty="0"/>
                    </a:p>
                    <a:p>
                      <a:pPr algn="l"/>
                      <a:r>
                        <a:rPr lang="en-IN" dirty="0"/>
                        <a:t>2</a:t>
                      </a:r>
                    </a:p>
                    <a:p>
                      <a:pPr algn="l"/>
                      <a:endParaRPr lang="en-IN" dirty="0"/>
                    </a:p>
                    <a:p>
                      <a:endParaRPr lang="en-IN" dirty="0"/>
                    </a:p>
                    <a:p>
                      <a:endParaRPr lang="en-IN" dirty="0"/>
                    </a:p>
                    <a:p>
                      <a:endParaRPr lang="en-IN" dirty="0"/>
                    </a:p>
                    <a:p>
                      <a:endParaRPr lang="en-IN" dirty="0"/>
                    </a:p>
                    <a:p>
                      <a:endParaRPr lang="en-IN" dirty="0"/>
                    </a:p>
                  </a:txBody>
                  <a:tcPr/>
                </a:tc>
                <a:tc>
                  <a:txBody>
                    <a:bodyPr/>
                    <a:lstStyle/>
                    <a:p>
                      <a:r>
                        <a:rPr lang="en-IN" dirty="0"/>
                        <a:t>Nutrition</a:t>
                      </a:r>
                      <a:r>
                        <a:rPr lang="en-IN" baseline="0" dirty="0"/>
                        <a:t> Monitoring System using IoT</a:t>
                      </a:r>
                    </a:p>
                    <a:p>
                      <a:endParaRPr lang="en-IN" baseline="0" dirty="0"/>
                    </a:p>
                    <a:p>
                      <a:endParaRPr lang="en-IN" baseline="0" dirty="0"/>
                    </a:p>
                    <a:p>
                      <a:endParaRPr lang="en-IN" baseline="0" dirty="0"/>
                    </a:p>
                    <a:p>
                      <a:endParaRPr lang="en-IN" baseline="0" dirty="0"/>
                    </a:p>
                    <a:p>
                      <a:endParaRPr lang="en-IN" baseline="0" dirty="0"/>
                    </a:p>
                    <a:p>
                      <a:r>
                        <a:rPr lang="en-GB" dirty="0"/>
                        <a:t>Wearable Food Intake Monitoring Technologies</a:t>
                      </a:r>
                      <a:endParaRPr lang="en-IN" baseline="0" dirty="0"/>
                    </a:p>
                    <a:p>
                      <a:endParaRPr lang="en-IN" baseline="0" dirty="0"/>
                    </a:p>
                    <a:p>
                      <a:endParaRPr lang="en-IN" baseline="0" dirty="0"/>
                    </a:p>
                    <a:p>
                      <a:endParaRPr lang="en-IN" baseline="0" dirty="0"/>
                    </a:p>
                    <a:p>
                      <a:endParaRPr lang="en-IN" baseline="0" dirty="0"/>
                    </a:p>
                    <a:p>
                      <a:endParaRPr lang="en-IN" baseline="0" dirty="0"/>
                    </a:p>
                  </a:txBody>
                  <a:tcPr/>
                </a:tc>
                <a:tc>
                  <a:txBody>
                    <a:bodyPr/>
                    <a:lstStyle/>
                    <a:p>
                      <a:r>
                        <a:rPr lang="en-IN" dirty="0" err="1"/>
                        <a:t>Prabha</a:t>
                      </a:r>
                      <a:r>
                        <a:rPr lang="en-IN" baseline="0" dirty="0"/>
                        <a:t> Sundaravadivel and </a:t>
                      </a:r>
                      <a:r>
                        <a:rPr lang="en-IN" baseline="0" dirty="0" err="1"/>
                        <a:t>kavya</a:t>
                      </a:r>
                      <a:r>
                        <a:rPr lang="en-IN" baseline="0" dirty="0"/>
                        <a:t> </a:t>
                      </a:r>
                      <a:r>
                        <a:rPr lang="en-IN" baseline="0" dirty="0" err="1"/>
                        <a:t>kesavan</a:t>
                      </a:r>
                      <a:r>
                        <a:rPr lang="en-IN" baseline="0" dirty="0"/>
                        <a:t>,</a:t>
                      </a:r>
                    </a:p>
                    <a:p>
                      <a:r>
                        <a:rPr lang="en-IN" baseline="0" dirty="0"/>
                        <a:t>2018</a:t>
                      </a:r>
                    </a:p>
                    <a:p>
                      <a:endParaRPr lang="en-IN" baseline="0" dirty="0"/>
                    </a:p>
                    <a:p>
                      <a:endParaRPr lang="en-IN" baseline="0" dirty="0"/>
                    </a:p>
                    <a:p>
                      <a:endParaRPr lang="en-IN" baseline="0" dirty="0"/>
                    </a:p>
                    <a:p>
                      <a:endParaRPr lang="en-IN" baseline="0" dirty="0"/>
                    </a:p>
                    <a:p>
                      <a:r>
                        <a:rPr lang="en-GB" dirty="0"/>
                        <a:t>T. Vu, F. Lin, </a:t>
                      </a:r>
                    </a:p>
                    <a:p>
                      <a:r>
                        <a:rPr lang="en-GB" dirty="0"/>
                        <a:t>N. </a:t>
                      </a:r>
                      <a:r>
                        <a:rPr lang="en-GB" dirty="0" err="1"/>
                        <a:t>Alshurafa</a:t>
                      </a:r>
                      <a:r>
                        <a:rPr lang="en-GB" dirty="0"/>
                        <a:t> and </a:t>
                      </a:r>
                    </a:p>
                    <a:p>
                      <a:r>
                        <a:rPr lang="en-GB" dirty="0"/>
                        <a:t>W. Xu</a:t>
                      </a:r>
                      <a:endParaRPr lang="en-IN" baseline="0" dirty="0"/>
                    </a:p>
                  </a:txBody>
                  <a:tcPr/>
                </a:tc>
                <a:tc>
                  <a:txBody>
                    <a:bodyPr/>
                    <a:lstStyle/>
                    <a:p>
                      <a:pPr algn="just"/>
                      <a:r>
                        <a:rPr lang="en-IN" dirty="0"/>
                        <a:t>Nutrition monitoring system</a:t>
                      </a:r>
                      <a:r>
                        <a:rPr lang="en-IN" baseline="0" dirty="0"/>
                        <a:t> for infants using Smart-Log by sensing amount of nutrients in food and suggesting the balanced diet for end user</a:t>
                      </a:r>
                    </a:p>
                    <a:p>
                      <a:endParaRPr lang="en-IN" baseline="0" dirty="0"/>
                    </a:p>
                    <a:p>
                      <a:endParaRPr lang="en-IN" baseline="0" dirty="0"/>
                    </a:p>
                    <a:p>
                      <a:endParaRPr lang="en-IN" baseline="0" dirty="0"/>
                    </a:p>
                    <a:p>
                      <a:pPr algn="l"/>
                      <a:r>
                        <a:rPr lang="en-IN" baseline="0" dirty="0"/>
                        <a:t>Food Monitoring System using Wearable electronic devices and suggesting required diet.</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8115675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First Phase Work Completed</a:t>
            </a:r>
          </a:p>
        </p:txBody>
      </p:sp>
      <p:sp>
        <p:nvSpPr>
          <p:cNvPr id="4" name="Rectangle 3"/>
          <p:cNvSpPr/>
          <p:nvPr/>
        </p:nvSpPr>
        <p:spPr>
          <a:xfrm>
            <a:off x="882396" y="3154680"/>
            <a:ext cx="2029968" cy="90525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7" name="Rectangle 6"/>
          <p:cNvSpPr/>
          <p:nvPr/>
        </p:nvSpPr>
        <p:spPr>
          <a:xfrm>
            <a:off x="4000500" y="3111512"/>
            <a:ext cx="2029968" cy="90525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9" name="Rectangle 8"/>
          <p:cNvSpPr/>
          <p:nvPr/>
        </p:nvSpPr>
        <p:spPr>
          <a:xfrm>
            <a:off x="7296912" y="3117715"/>
            <a:ext cx="2029968" cy="90525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10" name="TextBox 9"/>
          <p:cNvSpPr txBox="1"/>
          <p:nvPr/>
        </p:nvSpPr>
        <p:spPr>
          <a:xfrm>
            <a:off x="7360920" y="3234034"/>
            <a:ext cx="1581912" cy="646331"/>
          </a:xfrm>
          <a:prstGeom prst="rect">
            <a:avLst/>
          </a:prstGeom>
          <a:noFill/>
        </p:spPr>
        <p:txBody>
          <a:bodyPr wrap="square" rtlCol="0">
            <a:spAutoFit/>
          </a:bodyPr>
          <a:lstStyle/>
          <a:p>
            <a:r>
              <a:rPr lang="en-IN" dirty="0"/>
              <a:t>COMPUTER DISPLAY</a:t>
            </a:r>
          </a:p>
        </p:txBody>
      </p:sp>
      <p:sp>
        <p:nvSpPr>
          <p:cNvPr id="11" name="TextBox 10"/>
          <p:cNvSpPr txBox="1"/>
          <p:nvPr/>
        </p:nvSpPr>
        <p:spPr>
          <a:xfrm>
            <a:off x="4059936" y="3317331"/>
            <a:ext cx="1645920" cy="369332"/>
          </a:xfrm>
          <a:prstGeom prst="rect">
            <a:avLst/>
          </a:prstGeom>
          <a:noFill/>
        </p:spPr>
        <p:txBody>
          <a:bodyPr wrap="square" rtlCol="0">
            <a:spAutoFit/>
          </a:bodyPr>
          <a:lstStyle/>
          <a:p>
            <a:endParaRPr lang="en-IN" dirty="0"/>
          </a:p>
        </p:txBody>
      </p:sp>
      <p:sp>
        <p:nvSpPr>
          <p:cNvPr id="12" name="Oval 11"/>
          <p:cNvSpPr/>
          <p:nvPr/>
        </p:nvSpPr>
        <p:spPr>
          <a:xfrm>
            <a:off x="1234440" y="5202936"/>
            <a:ext cx="1565910" cy="124303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dirty="0"/>
          </a:p>
        </p:txBody>
      </p:sp>
      <p:sp>
        <p:nvSpPr>
          <p:cNvPr id="13" name="TextBox 12"/>
          <p:cNvSpPr txBox="1"/>
          <p:nvPr/>
        </p:nvSpPr>
        <p:spPr>
          <a:xfrm>
            <a:off x="1369314" y="5408952"/>
            <a:ext cx="1296162" cy="830997"/>
          </a:xfrm>
          <a:prstGeom prst="rect">
            <a:avLst/>
          </a:prstGeom>
          <a:noFill/>
        </p:spPr>
        <p:txBody>
          <a:bodyPr wrap="square" rtlCol="0">
            <a:spAutoFit/>
          </a:bodyPr>
          <a:lstStyle/>
          <a:p>
            <a:r>
              <a:rPr lang="en-IN" sz="1600" dirty="0"/>
              <a:t>OBJECT TO BE DETECTED</a:t>
            </a:r>
          </a:p>
        </p:txBody>
      </p:sp>
      <p:sp>
        <p:nvSpPr>
          <p:cNvPr id="14" name="Right Arrow 13"/>
          <p:cNvSpPr/>
          <p:nvPr/>
        </p:nvSpPr>
        <p:spPr>
          <a:xfrm>
            <a:off x="3090672" y="3499210"/>
            <a:ext cx="694944" cy="1874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p:cNvSpPr txBox="1"/>
          <p:nvPr/>
        </p:nvSpPr>
        <p:spPr>
          <a:xfrm>
            <a:off x="4178808" y="3234035"/>
            <a:ext cx="1673352" cy="646331"/>
          </a:xfrm>
          <a:prstGeom prst="rect">
            <a:avLst/>
          </a:prstGeom>
          <a:noFill/>
        </p:spPr>
        <p:txBody>
          <a:bodyPr wrap="square" rtlCol="0">
            <a:spAutoFit/>
          </a:bodyPr>
          <a:lstStyle/>
          <a:p>
            <a:r>
              <a:rPr lang="en-IN" dirty="0"/>
              <a:t>RASPBERRY PI</a:t>
            </a:r>
          </a:p>
        </p:txBody>
      </p:sp>
      <p:sp>
        <p:nvSpPr>
          <p:cNvPr id="21" name="TextBox 20"/>
          <p:cNvSpPr txBox="1"/>
          <p:nvPr/>
        </p:nvSpPr>
        <p:spPr>
          <a:xfrm>
            <a:off x="1097280" y="3317331"/>
            <a:ext cx="1545336" cy="369332"/>
          </a:xfrm>
          <a:prstGeom prst="rect">
            <a:avLst/>
          </a:prstGeom>
          <a:noFill/>
        </p:spPr>
        <p:txBody>
          <a:bodyPr wrap="square" rtlCol="0">
            <a:spAutoFit/>
          </a:bodyPr>
          <a:lstStyle/>
          <a:p>
            <a:r>
              <a:rPr lang="en-IN" dirty="0"/>
              <a:t>CAMERA</a:t>
            </a:r>
          </a:p>
        </p:txBody>
      </p:sp>
      <p:sp>
        <p:nvSpPr>
          <p:cNvPr id="22" name="Right Arrow 21"/>
          <p:cNvSpPr/>
          <p:nvPr/>
        </p:nvSpPr>
        <p:spPr>
          <a:xfrm>
            <a:off x="6263640" y="3501997"/>
            <a:ext cx="768096" cy="1846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ight Arrow 22"/>
          <p:cNvSpPr/>
          <p:nvPr/>
        </p:nvSpPr>
        <p:spPr>
          <a:xfrm rot="16200000">
            <a:off x="1522476" y="4637532"/>
            <a:ext cx="694944" cy="1874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Oval 23"/>
          <p:cNvSpPr/>
          <p:nvPr/>
        </p:nvSpPr>
        <p:spPr>
          <a:xfrm>
            <a:off x="7763256" y="4974335"/>
            <a:ext cx="1417320" cy="13258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5" name="TextBox 24"/>
          <p:cNvSpPr txBox="1"/>
          <p:nvPr/>
        </p:nvSpPr>
        <p:spPr>
          <a:xfrm>
            <a:off x="7918704" y="5202936"/>
            <a:ext cx="1207008" cy="954107"/>
          </a:xfrm>
          <a:prstGeom prst="rect">
            <a:avLst/>
          </a:prstGeom>
          <a:noFill/>
        </p:spPr>
        <p:txBody>
          <a:bodyPr wrap="square" rtlCol="0">
            <a:spAutoFit/>
          </a:bodyPr>
          <a:lstStyle/>
          <a:p>
            <a:r>
              <a:rPr lang="en-IN" sz="1400"/>
              <a:t>DETECTED </a:t>
            </a:r>
            <a:r>
              <a:rPr lang="en-IN" sz="1400" dirty="0"/>
              <a:t>OBJECT </a:t>
            </a:r>
            <a:r>
              <a:rPr lang="en-IN" sz="1400"/>
              <a:t>OUTPUT DISPLAYED</a:t>
            </a:r>
            <a:endParaRPr lang="en-IN" sz="1400" dirty="0"/>
          </a:p>
        </p:txBody>
      </p:sp>
      <p:sp>
        <p:nvSpPr>
          <p:cNvPr id="26" name="Down Arrow 25"/>
          <p:cNvSpPr/>
          <p:nvPr/>
        </p:nvSpPr>
        <p:spPr>
          <a:xfrm>
            <a:off x="8311896" y="4187952"/>
            <a:ext cx="210312" cy="54330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791163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70DD1-FEE5-7B41-983E-2EC9F5AB7801}"/>
              </a:ext>
            </a:extLst>
          </p:cNvPr>
          <p:cNvSpPr>
            <a:spLocks noGrp="1"/>
          </p:cNvSpPr>
          <p:nvPr>
            <p:ph type="title"/>
          </p:nvPr>
        </p:nvSpPr>
        <p:spPr>
          <a:xfrm>
            <a:off x="609600" y="740229"/>
            <a:ext cx="10972800" cy="905691"/>
          </a:xfrm>
        </p:spPr>
        <p:txBody>
          <a:bodyPr/>
          <a:lstStyle/>
          <a:p>
            <a:r>
              <a:rPr lang="en-US" dirty="0"/>
              <a:t>Working</a:t>
            </a:r>
          </a:p>
        </p:txBody>
      </p:sp>
      <p:sp>
        <p:nvSpPr>
          <p:cNvPr id="3" name="Content Placeholder 2">
            <a:extLst>
              <a:ext uri="{FF2B5EF4-FFF2-40B4-BE49-F238E27FC236}">
                <a16:creationId xmlns:a16="http://schemas.microsoft.com/office/drawing/2014/main" id="{F21F3338-CAB4-6A4C-888B-6D83A169CAE5}"/>
              </a:ext>
            </a:extLst>
          </p:cNvPr>
          <p:cNvSpPr>
            <a:spLocks noGrp="1"/>
          </p:cNvSpPr>
          <p:nvPr>
            <p:ph idx="1"/>
          </p:nvPr>
        </p:nvSpPr>
        <p:spPr/>
        <p:txBody>
          <a:bodyPr/>
          <a:lstStyle/>
          <a:p>
            <a:pPr marL="0" indent="0">
              <a:buNone/>
            </a:pPr>
            <a:r>
              <a:rPr lang="en-US" dirty="0"/>
              <a:t> </a:t>
            </a:r>
          </a:p>
        </p:txBody>
      </p:sp>
      <p:sp>
        <p:nvSpPr>
          <p:cNvPr id="4" name="TextBox 3"/>
          <p:cNvSpPr txBox="1"/>
          <p:nvPr/>
        </p:nvSpPr>
        <p:spPr>
          <a:xfrm>
            <a:off x="885370" y="1534269"/>
            <a:ext cx="10160002" cy="5632311"/>
          </a:xfrm>
          <a:prstGeom prst="rect">
            <a:avLst/>
          </a:prstGeom>
          <a:noFill/>
        </p:spPr>
        <p:txBody>
          <a:bodyPr wrap="square" rtlCol="0">
            <a:spAutoFit/>
          </a:bodyPr>
          <a:lstStyle/>
          <a:p>
            <a:pPr marL="342900" indent="-342900" algn="just">
              <a:buFont typeface="Arial" pitchFamily="34" charset="0"/>
              <a:buChar char="•"/>
            </a:pPr>
            <a:endParaRPr lang="en-US" sz="2400" dirty="0"/>
          </a:p>
          <a:p>
            <a:pPr marL="342900" indent="-342900" algn="just">
              <a:buFont typeface="Arial" pitchFamily="34" charset="0"/>
              <a:buChar char="•"/>
            </a:pPr>
            <a:r>
              <a:rPr lang="en-US" sz="2400" dirty="0"/>
              <a:t>Using camera to identify the type of food.</a:t>
            </a:r>
          </a:p>
          <a:p>
            <a:pPr marL="342900" indent="-342900" algn="just">
              <a:buFont typeface="Arial" pitchFamily="34" charset="0"/>
              <a:buChar char="•"/>
            </a:pPr>
            <a:endParaRPr lang="en-US" sz="2400" dirty="0"/>
          </a:p>
          <a:p>
            <a:pPr marL="342900" indent="-342900" algn="just">
              <a:buFont typeface="Arial" pitchFamily="34" charset="0"/>
              <a:buChar char="•"/>
            </a:pPr>
            <a:r>
              <a:rPr lang="en-US" sz="2400" dirty="0"/>
              <a:t>Load Cell calculates the voltage value of the food</a:t>
            </a:r>
          </a:p>
          <a:p>
            <a:pPr marL="342900" indent="-342900" algn="just">
              <a:buFont typeface="Arial" pitchFamily="34" charset="0"/>
              <a:buChar char="•"/>
            </a:pPr>
            <a:endParaRPr lang="en-US" sz="2400" dirty="0"/>
          </a:p>
          <a:p>
            <a:pPr marL="342900" indent="-342900" algn="just">
              <a:buFont typeface="Arial" pitchFamily="34" charset="0"/>
              <a:buChar char="•"/>
            </a:pPr>
            <a:r>
              <a:rPr lang="en-US" sz="2400" dirty="0"/>
              <a:t>Value is stored in microcontroller and it is sent to cloud </a:t>
            </a:r>
          </a:p>
          <a:p>
            <a:pPr marL="342900" indent="-342900" algn="just">
              <a:buFont typeface="Arial" pitchFamily="34" charset="0"/>
              <a:buChar char="•"/>
            </a:pPr>
            <a:endParaRPr lang="en-US" sz="2400" dirty="0"/>
          </a:p>
          <a:p>
            <a:pPr marL="342900" indent="-342900" algn="just">
              <a:buFont typeface="Arial" pitchFamily="34" charset="0"/>
              <a:buChar char="•"/>
            </a:pPr>
            <a:r>
              <a:rPr lang="en-US" sz="2400" dirty="0"/>
              <a:t>Using Bayesian network, nutrition information of the food is measured</a:t>
            </a:r>
          </a:p>
          <a:p>
            <a:pPr marL="342900" indent="-342900" algn="just">
              <a:buFont typeface="Arial" pitchFamily="34" charset="0"/>
              <a:buChar char="•"/>
            </a:pPr>
            <a:endParaRPr lang="en-US" sz="2400" dirty="0"/>
          </a:p>
          <a:p>
            <a:pPr marL="342900" indent="-342900" algn="just">
              <a:buFont typeface="Arial" pitchFamily="34" charset="0"/>
              <a:buChar char="•"/>
            </a:pPr>
            <a:r>
              <a:rPr lang="en-US" sz="2400" dirty="0"/>
              <a:t>The measured value is compared in the cloud by using</a:t>
            </a:r>
          </a:p>
          <a:p>
            <a:pPr algn="just"/>
            <a:r>
              <a:rPr lang="en-US" sz="2400" dirty="0"/>
              <a:t>    5-Layer perceptron neural network</a:t>
            </a:r>
          </a:p>
          <a:p>
            <a:pPr marL="342900" indent="-342900" algn="just">
              <a:buFont typeface="Arial" pitchFamily="34" charset="0"/>
              <a:buChar char="•"/>
            </a:pPr>
            <a:endParaRPr lang="en-US" sz="2400" dirty="0"/>
          </a:p>
          <a:p>
            <a:pPr marL="342900" indent="-342900" algn="just">
              <a:buFont typeface="Arial" pitchFamily="34" charset="0"/>
              <a:buChar char="•"/>
            </a:pPr>
            <a:r>
              <a:rPr lang="en-US" sz="2400" dirty="0"/>
              <a:t>The complete balanced diet information is sent to the user </a:t>
            </a:r>
          </a:p>
          <a:p>
            <a:pPr marL="342900" indent="-342900" algn="just">
              <a:buFont typeface="Arial" pitchFamily="34" charset="0"/>
              <a:buChar char="•"/>
            </a:pPr>
            <a:endParaRPr lang="en-US" sz="2400" dirty="0"/>
          </a:p>
          <a:p>
            <a:pPr marL="342900" indent="-342900" algn="just">
              <a:buFont typeface="Arial" pitchFamily="34" charset="0"/>
              <a:buChar char="•"/>
            </a:pPr>
            <a:endParaRPr lang="en-IN" sz="2400" dirty="0"/>
          </a:p>
        </p:txBody>
      </p:sp>
    </p:spTree>
    <p:extLst>
      <p:ext uri="{BB962C8B-B14F-4D97-AF65-F5344CB8AC3E}">
        <p14:creationId xmlns:p14="http://schemas.microsoft.com/office/powerpoint/2010/main" val="15357276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151467"/>
            <a:ext cx="10972800" cy="1066800"/>
          </a:xfrm>
        </p:spPr>
        <p:txBody>
          <a:bodyPr/>
          <a:lstStyle/>
          <a:p>
            <a:r>
              <a:rPr lang="en-IN" dirty="0"/>
              <a:t>Review 2 Result</a:t>
            </a:r>
          </a:p>
        </p:txBody>
      </p:sp>
      <p:sp>
        <p:nvSpPr>
          <p:cNvPr id="3" name="Content Placeholder 2"/>
          <p:cNvSpPr>
            <a:spLocks noGrp="1"/>
          </p:cNvSpPr>
          <p:nvPr>
            <p:ph idx="1"/>
          </p:nvPr>
        </p:nvSpPr>
        <p:spPr/>
        <p:txBody>
          <a:bodyPr>
            <a:normAutofit/>
          </a:bodyPr>
          <a:lstStyle/>
          <a:p>
            <a:pPr algn="just"/>
            <a:endParaRPr lang="en-IN" sz="2400" dirty="0"/>
          </a:p>
          <a:p>
            <a:pPr algn="just"/>
            <a:r>
              <a:rPr lang="en-IN" sz="2400" dirty="0"/>
              <a:t>	Using raspberry  pi B+ model along with a tiny memory card with </a:t>
            </a:r>
            <a:r>
              <a:rPr lang="en-IN" sz="2400"/>
              <a:t>installed </a:t>
            </a:r>
            <a:r>
              <a:rPr lang="en-IN" sz="2400" dirty="0"/>
              <a:t>L</a:t>
            </a:r>
            <a:r>
              <a:rPr lang="en-IN" sz="2400"/>
              <a:t>inux </a:t>
            </a:r>
            <a:r>
              <a:rPr lang="en-IN" sz="2400" dirty="0"/>
              <a:t>distribution acts as a mini computer along with connected camera detects the type of food by scanning through it. This is the first process in prediction nutrition to the user end.</a:t>
            </a:r>
          </a:p>
          <a:p>
            <a:pPr algn="just"/>
            <a:endParaRPr lang="en-IN" sz="2400" dirty="0"/>
          </a:p>
          <a:p>
            <a:pPr algn="just"/>
            <a:r>
              <a:rPr lang="en-IN" sz="2400" dirty="0"/>
              <a:t>	Imparting Deep-Learning to the system by training it to the various objects repeatedly and recognizes the object by using histogram method by running deep learning algorithms.</a:t>
            </a:r>
          </a:p>
        </p:txBody>
      </p:sp>
    </p:spTree>
    <p:extLst>
      <p:ext uri="{BB962C8B-B14F-4D97-AF65-F5344CB8AC3E}">
        <p14:creationId xmlns:p14="http://schemas.microsoft.com/office/powerpoint/2010/main" val="25017890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Work To Be Completed</a:t>
            </a:r>
          </a:p>
        </p:txBody>
      </p:sp>
      <p:sp>
        <p:nvSpPr>
          <p:cNvPr id="3" name="Content Placeholder 2"/>
          <p:cNvSpPr>
            <a:spLocks noGrp="1"/>
          </p:cNvSpPr>
          <p:nvPr>
            <p:ph idx="1"/>
          </p:nvPr>
        </p:nvSpPr>
        <p:spPr/>
        <p:txBody>
          <a:bodyPr>
            <a:normAutofit/>
          </a:bodyPr>
          <a:lstStyle/>
          <a:p>
            <a:endParaRPr lang="en-IN" sz="2400" dirty="0"/>
          </a:p>
          <a:p>
            <a:endParaRPr lang="en-IN" sz="2400" dirty="0"/>
          </a:p>
          <a:p>
            <a:r>
              <a:rPr lang="en-IN" sz="2400" dirty="0"/>
              <a:t>Load cell hardware part for measuring weight of the food.</a:t>
            </a:r>
          </a:p>
          <a:p>
            <a:endParaRPr lang="en-IN" sz="2400" dirty="0"/>
          </a:p>
          <a:p>
            <a:r>
              <a:rPr lang="en-IN" sz="2400" dirty="0"/>
              <a:t>Calculating  and predicting nutrients values by using algorithms.</a:t>
            </a:r>
          </a:p>
        </p:txBody>
      </p:sp>
    </p:spTree>
    <p:extLst>
      <p:ext uri="{BB962C8B-B14F-4D97-AF65-F5344CB8AC3E}">
        <p14:creationId xmlns:p14="http://schemas.microsoft.com/office/powerpoint/2010/main" val="7919881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References</a:t>
            </a:r>
          </a:p>
        </p:txBody>
      </p:sp>
      <p:sp>
        <p:nvSpPr>
          <p:cNvPr id="3" name="Content Placeholder 2"/>
          <p:cNvSpPr>
            <a:spLocks noGrp="1"/>
          </p:cNvSpPr>
          <p:nvPr>
            <p:ph idx="1"/>
          </p:nvPr>
        </p:nvSpPr>
        <p:spPr/>
        <p:txBody>
          <a:bodyPr>
            <a:normAutofit fontScale="70000" lnSpcReduction="20000"/>
          </a:bodyPr>
          <a:lstStyle/>
          <a:p>
            <a:pPr marL="0" indent="0" algn="just">
              <a:buNone/>
            </a:pPr>
            <a:endParaRPr lang="en-IN" dirty="0"/>
          </a:p>
          <a:p>
            <a:pPr marL="0" indent="0" algn="just">
              <a:buNone/>
            </a:pPr>
            <a:r>
              <a:rPr lang="en-GB" dirty="0"/>
              <a:t>[1]  P. </a:t>
            </a:r>
            <a:r>
              <a:rPr lang="en-GB" dirty="0" err="1"/>
              <a:t>Sunderavadivel</a:t>
            </a:r>
            <a:r>
              <a:rPr lang="en-GB" dirty="0"/>
              <a:t>, K. </a:t>
            </a:r>
            <a:r>
              <a:rPr lang="en-GB" dirty="0" err="1"/>
              <a:t>Kesavan</a:t>
            </a:r>
            <a:r>
              <a:rPr lang="en-GB" dirty="0"/>
              <a:t>, L. </a:t>
            </a:r>
            <a:r>
              <a:rPr lang="en-GB" dirty="0" err="1"/>
              <a:t>Kesavan</a:t>
            </a:r>
            <a:r>
              <a:rPr lang="en-GB" dirty="0"/>
              <a:t>, S. P. </a:t>
            </a:r>
            <a:r>
              <a:rPr lang="en-GB" dirty="0" err="1"/>
              <a:t>Mohanty</a:t>
            </a:r>
            <a:r>
              <a:rPr lang="en-GB" dirty="0"/>
              <a:t>, E. </a:t>
            </a:r>
            <a:r>
              <a:rPr lang="en-GB" dirty="0" err="1"/>
              <a:t>Kougianous</a:t>
            </a:r>
            <a:r>
              <a:rPr lang="en-GB" dirty="0"/>
              <a:t> and M. K. </a:t>
            </a:r>
            <a:r>
              <a:rPr lang="en-GB" dirty="0" err="1"/>
              <a:t>Ganapathiraju</a:t>
            </a:r>
            <a:r>
              <a:rPr lang="en-GB" dirty="0"/>
              <a:t>,                           “Smart-Log:    An Automated, Predictive    Nutrition Monitoring System for Infants through IoT,” </a:t>
            </a:r>
            <a:r>
              <a:rPr lang="en-GB" i="1" dirty="0"/>
              <a:t>IEEE International Conference Consumer Electronics</a:t>
            </a:r>
            <a:r>
              <a:rPr lang="en-GB" dirty="0"/>
              <a:t>, 2018.</a:t>
            </a:r>
          </a:p>
          <a:p>
            <a:pPr marL="0" lvl="0" indent="0" algn="just">
              <a:buNone/>
            </a:pPr>
            <a:endParaRPr lang="en-GB" dirty="0"/>
          </a:p>
          <a:p>
            <a:pPr marL="0" lvl="0" indent="0" algn="just">
              <a:buNone/>
            </a:pPr>
            <a:r>
              <a:rPr lang="en-GB" dirty="0"/>
              <a:t>[2]  H. </a:t>
            </a:r>
            <a:r>
              <a:rPr lang="en-GB" dirty="0" err="1"/>
              <a:t>Kalantarian</a:t>
            </a:r>
            <a:r>
              <a:rPr lang="en-GB" dirty="0"/>
              <a:t>, N. </a:t>
            </a:r>
            <a:r>
              <a:rPr lang="en-GB" dirty="0" err="1"/>
              <a:t>Alshurafa</a:t>
            </a:r>
            <a:r>
              <a:rPr lang="en-GB" dirty="0"/>
              <a:t> and M. </a:t>
            </a:r>
            <a:r>
              <a:rPr lang="en-GB" dirty="0" err="1"/>
              <a:t>Sarrafzadeh</a:t>
            </a:r>
            <a:r>
              <a:rPr lang="en-GB" dirty="0"/>
              <a:t>, “A Survey of Diet Monitoring Technology,” </a:t>
            </a:r>
            <a:r>
              <a:rPr lang="en-GB" i="1" dirty="0"/>
              <a:t>IEEE Pervasive Computers</a:t>
            </a:r>
            <a:r>
              <a:rPr lang="en-GB" dirty="0"/>
              <a:t>, volume 16, no. 1, pp. 57-65, January 2017.</a:t>
            </a:r>
            <a:endParaRPr lang="en-IN" dirty="0"/>
          </a:p>
          <a:p>
            <a:pPr marL="0" indent="0" algn="just">
              <a:buNone/>
            </a:pPr>
            <a:r>
              <a:rPr lang="en-GB" dirty="0"/>
              <a:t> </a:t>
            </a:r>
            <a:endParaRPr lang="en-IN" dirty="0"/>
          </a:p>
          <a:p>
            <a:pPr marL="0" indent="0" algn="just">
              <a:buNone/>
            </a:pPr>
            <a:r>
              <a:rPr lang="en-GB" dirty="0"/>
              <a:t>[3] A. </a:t>
            </a:r>
            <a:r>
              <a:rPr lang="en-GB" dirty="0" err="1"/>
              <a:t>R.Al</a:t>
            </a:r>
            <a:r>
              <a:rPr lang="en-GB" dirty="0"/>
              <a:t>-Ali, I. A. </a:t>
            </a:r>
            <a:r>
              <a:rPr lang="en-GB" dirty="0" err="1"/>
              <a:t>Zualkernan</a:t>
            </a:r>
            <a:r>
              <a:rPr lang="en-GB" dirty="0"/>
              <a:t>, M. Rashid, R. Gupta and M. </a:t>
            </a:r>
            <a:r>
              <a:rPr lang="en-GB" dirty="0" err="1"/>
              <a:t>Alikarar</a:t>
            </a:r>
            <a:r>
              <a:rPr lang="en-GB" dirty="0"/>
              <a:t>, “A Smart Home Energy Management System using </a:t>
            </a:r>
            <a:r>
              <a:rPr lang="en-GB" dirty="0" err="1"/>
              <a:t>IoT</a:t>
            </a:r>
            <a:r>
              <a:rPr lang="en-GB" dirty="0"/>
              <a:t> and Big Data Analytics Approach,” </a:t>
            </a:r>
            <a:r>
              <a:rPr lang="en-GB" i="1" dirty="0"/>
              <a:t>IEEE Transaction Consumer Electronics</a:t>
            </a:r>
            <a:r>
              <a:rPr lang="en-GB" dirty="0"/>
              <a:t>, volume 63, no. 4, pp. 426-434 November 2017.</a:t>
            </a:r>
            <a:endParaRPr lang="en-IN" dirty="0"/>
          </a:p>
          <a:p>
            <a:pPr marL="0" indent="0" algn="just">
              <a:buNone/>
            </a:pPr>
            <a:r>
              <a:rPr lang="en-GB" dirty="0"/>
              <a:t> </a:t>
            </a:r>
            <a:endParaRPr lang="en-IN" dirty="0"/>
          </a:p>
          <a:p>
            <a:pPr marL="0" lvl="0" indent="0" algn="just">
              <a:buNone/>
            </a:pPr>
            <a:r>
              <a:rPr lang="en-GB" dirty="0"/>
              <a:t>[4] T. Vu, F. Lin, N. </a:t>
            </a:r>
            <a:r>
              <a:rPr lang="en-GB" dirty="0" err="1"/>
              <a:t>Alshurafa</a:t>
            </a:r>
            <a:r>
              <a:rPr lang="en-GB" dirty="0"/>
              <a:t> and W. </a:t>
            </a:r>
            <a:r>
              <a:rPr lang="en-GB" dirty="0" err="1"/>
              <a:t>Xu</a:t>
            </a:r>
            <a:r>
              <a:rPr lang="en-GB" dirty="0"/>
              <a:t>, “Wearable Food Intake Monitoring Technologies: A Comprehensive Review,” </a:t>
            </a:r>
            <a:r>
              <a:rPr lang="en-GB" i="1" dirty="0"/>
              <a:t>Computers</a:t>
            </a:r>
            <a:r>
              <a:rPr lang="en-GB" dirty="0"/>
              <a:t>, volume 6, no. 4, 2017.</a:t>
            </a:r>
            <a:endParaRPr lang="en-IN" dirty="0"/>
          </a:p>
          <a:p>
            <a:pPr marL="0" indent="0" algn="just">
              <a:buNone/>
            </a:pPr>
            <a:r>
              <a:rPr lang="en-GB" dirty="0"/>
              <a:t> </a:t>
            </a:r>
            <a:endParaRPr lang="en-IN" dirty="0"/>
          </a:p>
          <a:p>
            <a:pPr marL="0" indent="0" algn="just">
              <a:buNone/>
            </a:pPr>
            <a:endParaRPr lang="en-IN" dirty="0"/>
          </a:p>
        </p:txBody>
      </p:sp>
    </p:spTree>
    <p:extLst>
      <p:ext uri="{BB962C8B-B14F-4D97-AF65-F5344CB8AC3E}">
        <p14:creationId xmlns:p14="http://schemas.microsoft.com/office/powerpoint/2010/main" val="19729539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2841171"/>
            <a:ext cx="10972800" cy="3733364"/>
          </a:xfrm>
        </p:spPr>
        <p:txBody>
          <a:bodyPr>
            <a:normAutofit/>
          </a:bodyPr>
          <a:lstStyle/>
          <a:p>
            <a:pPr marL="109728" indent="0">
              <a:buNone/>
            </a:pPr>
            <a:r>
              <a:rPr lang="en-IN" sz="5400" dirty="0">
                <a:effectLst>
                  <a:glow rad="431800">
                    <a:schemeClr val="accent1">
                      <a:alpha val="40000"/>
                    </a:schemeClr>
                  </a:glow>
                  <a:outerShdw blurRad="38100" dist="38100" dir="2700000" algn="tl">
                    <a:srgbClr val="000000">
                      <a:alpha val="43137"/>
                    </a:srgbClr>
                  </a:outerShdw>
                </a:effectLst>
              </a:rPr>
              <a:t>			THANK YOU</a:t>
            </a:r>
          </a:p>
        </p:txBody>
      </p:sp>
    </p:spTree>
    <p:extLst>
      <p:ext uri="{BB962C8B-B14F-4D97-AF65-F5344CB8AC3E}">
        <p14:creationId xmlns:p14="http://schemas.microsoft.com/office/powerpoint/2010/main" val="2416450322"/>
      </p:ext>
    </p:extLst>
  </p:cSld>
  <p:clrMapOvr>
    <a:masterClrMapping/>
  </p:clrMapOvr>
</p:sld>
</file>

<file path=ppt/theme/_rels/theme4.xml.rels><?xml version="1.0" encoding="UTF-8" standalone="yes"?>
<Relationships xmlns="http://schemas.openxmlformats.org/package/2006/relationships"><Relationship Id="rId1" Type="http://schemas.openxmlformats.org/officeDocument/2006/relationships/image" Target="../media/image4.jpeg"/></Relationships>
</file>

<file path=ppt/theme/theme1.xml><?xml version="1.0" encoding="utf-8"?>
<a:theme xmlns:a="http://schemas.openxmlformats.org/drawingml/2006/main" name="Theme1">
  <a:themeElements>
    <a:clrScheme name="Custom 8">
      <a:dk1>
        <a:sysClr val="windowText" lastClr="000000"/>
      </a:dk1>
      <a:lt1>
        <a:srgbClr val="073E87"/>
      </a:lt1>
      <a:dk2>
        <a:srgbClr val="B9D5FB"/>
      </a:dk2>
      <a:lt2>
        <a:srgbClr val="002060"/>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1103</TotalTime>
  <Words>324</Words>
  <Application>Microsoft Macintosh PowerPoint</Application>
  <PresentationFormat>Widescreen</PresentationFormat>
  <Paragraphs>114</Paragraphs>
  <Slides>11</Slides>
  <Notes>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11</vt:i4>
      </vt:variant>
    </vt:vector>
  </HeadingPairs>
  <TitlesOfParts>
    <vt:vector size="21" baseType="lpstr">
      <vt:lpstr>맑은 고딕</vt:lpstr>
      <vt:lpstr>Arial</vt:lpstr>
      <vt:lpstr>Calibri</vt:lpstr>
      <vt:lpstr>Georgia</vt:lpstr>
      <vt:lpstr>Trebuchet MS</vt:lpstr>
      <vt:lpstr>Wingdings 2</vt:lpstr>
      <vt:lpstr>Theme1</vt:lpstr>
      <vt:lpstr>Custom Design</vt:lpstr>
      <vt:lpstr>1_Custom Design</vt:lpstr>
      <vt:lpstr>Urban</vt:lpstr>
      <vt:lpstr>IoT based Automated Nutrition Monitoring System using Deep-Learning Approaches</vt:lpstr>
      <vt:lpstr>Contents</vt:lpstr>
      <vt:lpstr>Introduction</vt:lpstr>
      <vt:lpstr>Objective</vt:lpstr>
      <vt:lpstr>Literature Survey</vt:lpstr>
      <vt:lpstr>First Phase Work Completed</vt:lpstr>
      <vt:lpstr>Working</vt:lpstr>
      <vt:lpstr>Review 2 Result</vt:lpstr>
      <vt:lpstr>Work To Be Completed</vt:lpstr>
      <vt:lpstr>References</vt:lpstr>
      <vt:lpstr>PowerPoint Presentation</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Deep Learning Based Automated Nutrition Monitoring System using IoT</dc:title>
  <dc:creator>Microsoft Office User</dc:creator>
  <cp:lastModifiedBy>Microsoft Office User</cp:lastModifiedBy>
  <cp:revision>49</cp:revision>
  <dcterms:created xsi:type="dcterms:W3CDTF">2019-09-02T15:26:24Z</dcterms:created>
  <dcterms:modified xsi:type="dcterms:W3CDTF">2019-10-09T06:31:23Z</dcterms:modified>
</cp:coreProperties>
</file>